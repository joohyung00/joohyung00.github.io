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8" r:id="rId1"/>
  </p:sldMasterIdLst>
  <p:notesMasterIdLst>
    <p:notesMasterId r:id="rId4"/>
  </p:notesMasterIdLst>
  <p:sldIdLst>
    <p:sldId id="262" r:id="rId2"/>
    <p:sldId id="263" r:id="rId3"/>
  </p:sldIdLst>
  <p:sldSz cx="21599525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ohyung" initials="J" lastIdx="1" clrIdx="0">
    <p:extLst>
      <p:ext uri="{19B8F6BF-5375-455C-9EA6-DF929625EA0E}">
        <p15:presenceInfo xmlns:p15="http://schemas.microsoft.com/office/powerpoint/2012/main" userId="39212477a1bd1f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76FB"/>
    <a:srgbClr val="EFEBFF"/>
    <a:srgbClr val="E3DEFF"/>
    <a:srgbClr val="E3DFFF"/>
    <a:srgbClr val="4576FA"/>
    <a:srgbClr val="812CF0"/>
    <a:srgbClr val="6262F7"/>
    <a:srgbClr val="5F5DF7"/>
    <a:srgbClr val="CCE7FF"/>
    <a:srgbClr val="5E5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66" autoAdjust="0"/>
    <p:restoredTop sz="97831"/>
  </p:normalViewPr>
  <p:slideViewPr>
    <p:cSldViewPr snapToGrid="0">
      <p:cViewPr varScale="1">
        <p:scale>
          <a:sx n="121" d="100"/>
          <a:sy n="121" d="100"/>
        </p:scale>
        <p:origin x="2608" y="18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40DA5-150F-9D4E-AC2E-0311C81817E9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4225" y="1143000"/>
            <a:ext cx="528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0DAB-5E88-FE4D-9028-AC177F348C6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199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1pPr>
    <a:lvl2pPr marL="1206465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2pPr>
    <a:lvl3pPr marL="2412928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3pPr>
    <a:lvl4pPr marL="3619393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4pPr>
    <a:lvl5pPr marL="4825855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5pPr>
    <a:lvl6pPr marL="6032321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6pPr>
    <a:lvl7pPr marL="7238785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7pPr>
    <a:lvl8pPr marL="8445249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8pPr>
    <a:lvl9pPr marL="9651714" algn="l" defTabSz="2412928" rtl="0" eaLnBrk="1" latinLnBrk="1" hangingPunct="1">
      <a:defRPr sz="31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882D-3E60-2CA4-C610-3116B4F9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650E26-E447-BDD2-724D-0D356F35F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4225" y="1143000"/>
            <a:ext cx="528955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4FE6E4-B06B-EBEE-8AC1-C2EA7663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E17CB-CB55-F8B2-3A23-7C9B8C4CA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0DAB-5E88-FE4D-9028-AC177F348C6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3392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2062083"/>
            <a:ext cx="16199644" cy="438666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6617911"/>
            <a:ext cx="16199644" cy="3042080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352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511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3141249"/>
            <a:ext cx="18629590" cy="5241244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8432077"/>
            <a:ext cx="18629590" cy="2756246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78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354163"/>
            <a:ext cx="9179798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354163"/>
            <a:ext cx="9179798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157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670834"/>
            <a:ext cx="18629590" cy="24354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3088748"/>
            <a:ext cx="9137611" cy="1513748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4602496"/>
            <a:ext cx="9137611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3088748"/>
            <a:ext cx="9182611" cy="1513748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4602496"/>
            <a:ext cx="9182611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942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228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30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39999"/>
            <a:ext cx="6966408" cy="2939997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814166"/>
            <a:ext cx="10934760" cy="8954158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779996"/>
            <a:ext cx="6966408" cy="7002911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968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39999"/>
            <a:ext cx="6966408" cy="2939997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814166"/>
            <a:ext cx="10934760" cy="8954158"/>
          </a:xfrm>
        </p:spPr>
        <p:txBody>
          <a:bodyPr anchor="t"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779996"/>
            <a:ext cx="6966408" cy="7002911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160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916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670833"/>
            <a:ext cx="4657398" cy="106779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670833"/>
            <a:ext cx="13702199" cy="106779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42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670834"/>
            <a:ext cx="18629590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354163"/>
            <a:ext cx="18629590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1678323"/>
            <a:ext cx="485989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250BB-31FE-7D46-97AE-E99768DE2746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1678323"/>
            <a:ext cx="728984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1678323"/>
            <a:ext cx="485989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4B4D-5602-7E48-BA43-FAB8201B26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319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defTabSz="1619951" rtl="0" eaLnBrk="1" latinLnBrk="1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1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9.png"/><Relationship Id="rId63" Type="http://schemas.openxmlformats.org/officeDocument/2006/relationships/image" Target="../media/image57.png"/><Relationship Id="rId68" Type="http://schemas.openxmlformats.org/officeDocument/2006/relationships/image" Target="../media/image27.png"/><Relationship Id="rId84" Type="http://schemas.openxmlformats.org/officeDocument/2006/relationships/image" Target="../media/image73.png"/><Relationship Id="rId89" Type="http://schemas.openxmlformats.org/officeDocument/2006/relationships/image" Target="../media/image78.png"/><Relationship Id="rId112" Type="http://schemas.openxmlformats.org/officeDocument/2006/relationships/image" Target="../media/image67.png"/><Relationship Id="rId16" Type="http://schemas.openxmlformats.org/officeDocument/2006/relationships/image" Target="../media/image13.png"/><Relationship Id="rId107" Type="http://schemas.openxmlformats.org/officeDocument/2006/relationships/image" Target="../media/image96.png"/><Relationship Id="rId11" Type="http://schemas.openxmlformats.org/officeDocument/2006/relationships/image" Target="../media/image8.png"/><Relationship Id="rId32" Type="http://schemas.openxmlformats.org/officeDocument/2006/relationships/image" Target="../media/image21.png"/><Relationship Id="rId37" Type="http://schemas.openxmlformats.org/officeDocument/2006/relationships/image" Target="../media/image31.png"/><Relationship Id="rId102" Type="http://schemas.openxmlformats.org/officeDocument/2006/relationships/image" Target="../media/image91.png"/><Relationship Id="rId61" Type="http://schemas.openxmlformats.org/officeDocument/2006/relationships/image" Target="../media/image55.png"/><Relationship Id="rId90" Type="http://schemas.openxmlformats.org/officeDocument/2006/relationships/image" Target="../media/image79.png"/><Relationship Id="rId95" Type="http://schemas.openxmlformats.org/officeDocument/2006/relationships/image" Target="../media/image84.png"/><Relationship Id="rId19" Type="http://schemas.openxmlformats.org/officeDocument/2006/relationships/image" Target="../media/image17.png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30" Type="http://schemas.openxmlformats.org/officeDocument/2006/relationships/image" Target="../media/image210.png"/><Relationship Id="rId56" Type="http://schemas.openxmlformats.org/officeDocument/2006/relationships/image" Target="../media/image26.png"/><Relationship Id="rId64" Type="http://schemas.openxmlformats.org/officeDocument/2006/relationships/image" Target="../media/image58.png"/><Relationship Id="rId69" Type="http://schemas.openxmlformats.org/officeDocument/2006/relationships/image" Target="../media/image28.png"/><Relationship Id="rId77" Type="http://schemas.openxmlformats.org/officeDocument/2006/relationships/image" Target="../media/image65.png"/><Relationship Id="rId100" Type="http://schemas.openxmlformats.org/officeDocument/2006/relationships/image" Target="../media/image89.png"/><Relationship Id="rId105" Type="http://schemas.openxmlformats.org/officeDocument/2006/relationships/image" Target="../media/image94.png"/><Relationship Id="rId113" Type="http://schemas.openxmlformats.org/officeDocument/2006/relationships/image" Target="../media/image68.png"/><Relationship Id="rId8" Type="http://schemas.openxmlformats.org/officeDocument/2006/relationships/image" Target="../media/image5.png"/><Relationship Id="rId51" Type="http://schemas.openxmlformats.org/officeDocument/2006/relationships/image" Target="../media/image23.png"/><Relationship Id="rId85" Type="http://schemas.openxmlformats.org/officeDocument/2006/relationships/image" Target="../media/image74.png"/><Relationship Id="rId93" Type="http://schemas.openxmlformats.org/officeDocument/2006/relationships/image" Target="../media/image82.png"/><Relationship Id="rId98" Type="http://schemas.openxmlformats.org/officeDocument/2006/relationships/image" Target="../media/image87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38" Type="http://schemas.openxmlformats.org/officeDocument/2006/relationships/image" Target="../media/image32.png"/><Relationship Id="rId59" Type="http://schemas.openxmlformats.org/officeDocument/2006/relationships/image" Target="../media/image53.png"/><Relationship Id="rId67" Type="http://schemas.openxmlformats.org/officeDocument/2006/relationships/image" Target="../media/image61.png"/><Relationship Id="rId103" Type="http://schemas.openxmlformats.org/officeDocument/2006/relationships/image" Target="../media/image92.png"/><Relationship Id="rId108" Type="http://schemas.openxmlformats.org/officeDocument/2006/relationships/image" Target="../media/image102.png"/><Relationship Id="rId116" Type="http://schemas.openxmlformats.org/officeDocument/2006/relationships/image" Target="../media/image71.png"/><Relationship Id="rId20" Type="http://schemas.openxmlformats.org/officeDocument/2006/relationships/image" Target="../media/image18.png"/><Relationship Id="rId62" Type="http://schemas.openxmlformats.org/officeDocument/2006/relationships/image" Target="../media/image56.png"/><Relationship Id="rId70" Type="http://schemas.openxmlformats.org/officeDocument/2006/relationships/image" Target="../media/image29.png"/><Relationship Id="rId88" Type="http://schemas.openxmlformats.org/officeDocument/2006/relationships/image" Target="../media/image77.png"/><Relationship Id="rId91" Type="http://schemas.openxmlformats.org/officeDocument/2006/relationships/image" Target="../media/image80.png"/><Relationship Id="rId96" Type="http://schemas.openxmlformats.org/officeDocument/2006/relationships/image" Target="../media/image85.png"/><Relationship Id="rId111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6" Type="http://schemas.openxmlformats.org/officeDocument/2006/relationships/image" Target="../media/image95.png"/><Relationship Id="rId114" Type="http://schemas.openxmlformats.org/officeDocument/2006/relationships/image" Target="../media/image69.png"/><Relationship Id="rId10" Type="http://schemas.openxmlformats.org/officeDocument/2006/relationships/image" Target="../media/image7.png"/><Relationship Id="rId31" Type="http://schemas.openxmlformats.org/officeDocument/2006/relationships/image" Target="../media/image25.png"/><Relationship Id="rId52" Type="http://schemas.openxmlformats.org/officeDocument/2006/relationships/image" Target="../media/image24.png"/><Relationship Id="rId60" Type="http://schemas.openxmlformats.org/officeDocument/2006/relationships/image" Target="../media/image54.png"/><Relationship Id="rId65" Type="http://schemas.openxmlformats.org/officeDocument/2006/relationships/image" Target="../media/image59.png"/><Relationship Id="rId78" Type="http://schemas.openxmlformats.org/officeDocument/2006/relationships/image" Target="../media/image72.png"/><Relationship Id="rId86" Type="http://schemas.openxmlformats.org/officeDocument/2006/relationships/image" Target="../media/image75.png"/><Relationship Id="rId94" Type="http://schemas.openxmlformats.org/officeDocument/2006/relationships/image" Target="../media/image83.png"/><Relationship Id="rId99" Type="http://schemas.openxmlformats.org/officeDocument/2006/relationships/image" Target="../media/image88.png"/><Relationship Id="rId101" Type="http://schemas.openxmlformats.org/officeDocument/2006/relationships/image" Target="../media/image90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40.png"/><Relationship Id="rId39" Type="http://schemas.openxmlformats.org/officeDocument/2006/relationships/image" Target="../media/image33.png"/><Relationship Id="rId109" Type="http://schemas.openxmlformats.org/officeDocument/2006/relationships/image" Target="../media/image103.png"/><Relationship Id="rId50" Type="http://schemas.openxmlformats.org/officeDocument/2006/relationships/image" Target="../media/image44.png"/><Relationship Id="rId55" Type="http://schemas.openxmlformats.org/officeDocument/2006/relationships/image" Target="../media/image49.png"/><Relationship Id="rId97" Type="http://schemas.openxmlformats.org/officeDocument/2006/relationships/image" Target="../media/image86.png"/><Relationship Id="rId104" Type="http://schemas.openxmlformats.org/officeDocument/2006/relationships/image" Target="../media/image93.png"/><Relationship Id="rId7" Type="http://schemas.openxmlformats.org/officeDocument/2006/relationships/image" Target="../media/image3.png"/><Relationship Id="rId92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24" Type="http://schemas.openxmlformats.org/officeDocument/2006/relationships/image" Target="../media/image20.png"/><Relationship Id="rId40" Type="http://schemas.openxmlformats.org/officeDocument/2006/relationships/image" Target="../media/image22.png"/><Relationship Id="rId66" Type="http://schemas.openxmlformats.org/officeDocument/2006/relationships/image" Target="../media/image60.png"/><Relationship Id="rId87" Type="http://schemas.openxmlformats.org/officeDocument/2006/relationships/image" Target="../media/image76.png"/><Relationship Id="rId110" Type="http://schemas.openxmlformats.org/officeDocument/2006/relationships/image" Target="../media/image104.png"/><Relationship Id="rId115" Type="http://schemas.openxmlformats.org/officeDocument/2006/relationships/image" Target="../media/image7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139B-1C17-E4AE-5DA5-C10A85A6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FBE78C-DBCA-5FA9-8DD8-158BAC3A0EBB}"/>
              </a:ext>
            </a:extLst>
          </p:cNvPr>
          <p:cNvGrpSpPr/>
          <p:nvPr/>
        </p:nvGrpSpPr>
        <p:grpSpPr>
          <a:xfrm>
            <a:off x="231979" y="9691957"/>
            <a:ext cx="6232932" cy="1748599"/>
            <a:chOff x="11336656" y="4720846"/>
            <a:chExt cx="5077836" cy="884772"/>
          </a:xfrm>
          <a:solidFill>
            <a:srgbClr val="E3DEFF">
              <a:alpha val="60000"/>
            </a:srgbClr>
          </a:solidFill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A6AE3DD-8C2A-05F2-7626-79C3FC72F412}"/>
                </a:ext>
              </a:extLst>
            </p:cNvPr>
            <p:cNvSpPr/>
            <p:nvPr/>
          </p:nvSpPr>
          <p:spPr>
            <a:xfrm>
              <a:off x="12752198" y="4720846"/>
              <a:ext cx="2236819" cy="8847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44" name="직각 삼각형[R] 2">
              <a:extLst>
                <a:ext uri="{FF2B5EF4-FFF2-40B4-BE49-F238E27FC236}">
                  <a16:creationId xmlns:a16="http://schemas.microsoft.com/office/drawing/2014/main" id="{CF537C74-9EC5-18A1-6E98-976971D28DA0}"/>
                </a:ext>
              </a:extLst>
            </p:cNvPr>
            <p:cNvSpPr/>
            <p:nvPr/>
          </p:nvSpPr>
          <p:spPr>
            <a:xfrm rot="10800000">
              <a:off x="11336656" y="4722941"/>
              <a:ext cx="1420294" cy="87719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45" name="직각 삼각형[R] 5">
              <a:extLst>
                <a:ext uri="{FF2B5EF4-FFF2-40B4-BE49-F238E27FC236}">
                  <a16:creationId xmlns:a16="http://schemas.microsoft.com/office/drawing/2014/main" id="{D89BD1D7-53EE-7969-8C86-792D8158D78B}"/>
                </a:ext>
              </a:extLst>
            </p:cNvPr>
            <p:cNvSpPr/>
            <p:nvPr/>
          </p:nvSpPr>
          <p:spPr>
            <a:xfrm>
              <a:off x="14994198" y="4728422"/>
              <a:ext cx="1420294" cy="87719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p:sp>
        <p:nvSpPr>
          <p:cNvPr id="571" name="모서리가 둥근 직사각형 570">
            <a:extLst>
              <a:ext uri="{FF2B5EF4-FFF2-40B4-BE49-F238E27FC236}">
                <a16:creationId xmlns:a16="http://schemas.microsoft.com/office/drawing/2014/main" id="{6A74FFDE-7673-C6FB-C40A-BE215F2F7A4D}"/>
              </a:ext>
            </a:extLst>
          </p:cNvPr>
          <p:cNvSpPr/>
          <p:nvPr/>
        </p:nvSpPr>
        <p:spPr>
          <a:xfrm>
            <a:off x="85066" y="7331984"/>
            <a:ext cx="6567879" cy="4348675"/>
          </a:xfrm>
          <a:prstGeom prst="roundRect">
            <a:avLst>
              <a:gd name="adj" fmla="val 3352"/>
            </a:avLst>
          </a:prstGeom>
          <a:noFill/>
          <a:ln w="38100"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73" name="그룹 1272">
            <a:extLst>
              <a:ext uri="{FF2B5EF4-FFF2-40B4-BE49-F238E27FC236}">
                <a16:creationId xmlns:a16="http://schemas.microsoft.com/office/drawing/2014/main" id="{FF0191B2-E70F-55EE-317C-02CC64FC864A}"/>
              </a:ext>
            </a:extLst>
          </p:cNvPr>
          <p:cNvGrpSpPr/>
          <p:nvPr/>
        </p:nvGrpSpPr>
        <p:grpSpPr>
          <a:xfrm>
            <a:off x="4660416" y="10929849"/>
            <a:ext cx="605404" cy="416097"/>
            <a:chOff x="5393971" y="4966805"/>
            <a:chExt cx="651294" cy="447637"/>
          </a:xfrm>
          <a:scene3d>
            <a:camera prst="isometricOffAxis1Top">
              <a:rot lat="19500000" lon="18180000" rev="2460000"/>
            </a:camera>
            <a:lightRig rig="threePt" dir="t"/>
          </a:scene3d>
        </p:grpSpPr>
        <p:sp>
          <p:nvSpPr>
            <p:cNvPr id="1274" name="양쪽 모서리가 둥근 사각형 1273">
              <a:extLst>
                <a:ext uri="{FF2B5EF4-FFF2-40B4-BE49-F238E27FC236}">
                  <a16:creationId xmlns:a16="http://schemas.microsoft.com/office/drawing/2014/main" id="{79365194-4473-F091-F800-A4341D5CB505}"/>
                </a:ext>
              </a:extLst>
            </p:cNvPr>
            <p:cNvSpPr/>
            <p:nvPr/>
          </p:nvSpPr>
          <p:spPr>
            <a:xfrm>
              <a:off x="5393971" y="4966805"/>
              <a:ext cx="651294" cy="447637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275" name="직사각형 1274">
              <a:extLst>
                <a:ext uri="{FF2B5EF4-FFF2-40B4-BE49-F238E27FC236}">
                  <a16:creationId xmlns:a16="http://schemas.microsoft.com/office/drawing/2014/main" id="{C0246A36-85C4-2F17-954C-68B38BC57618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6" name="직사각형 1275">
              <a:extLst>
                <a:ext uri="{FF2B5EF4-FFF2-40B4-BE49-F238E27FC236}">
                  <a16:creationId xmlns:a16="http://schemas.microsoft.com/office/drawing/2014/main" id="{81C2DEB4-A856-4950-F4CB-C95455317662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7" name="직사각형 1276">
              <a:extLst>
                <a:ext uri="{FF2B5EF4-FFF2-40B4-BE49-F238E27FC236}">
                  <a16:creationId xmlns:a16="http://schemas.microsoft.com/office/drawing/2014/main" id="{B921AF02-FA87-DCD8-E323-2BBD114CEE96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8" name="직사각형 1277">
              <a:extLst>
                <a:ext uri="{FF2B5EF4-FFF2-40B4-BE49-F238E27FC236}">
                  <a16:creationId xmlns:a16="http://schemas.microsoft.com/office/drawing/2014/main" id="{19D4FD0E-8828-0DD3-BF2F-FEB03EFA66F3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79" name="직사각형 1278">
              <a:extLst>
                <a:ext uri="{FF2B5EF4-FFF2-40B4-BE49-F238E27FC236}">
                  <a16:creationId xmlns:a16="http://schemas.microsoft.com/office/drawing/2014/main" id="{81BF7562-8428-4368-078C-090B8FA9A2A8}"/>
                </a:ext>
              </a:extLst>
            </p:cNvPr>
            <p:cNvSpPr/>
            <p:nvPr/>
          </p:nvSpPr>
          <p:spPr>
            <a:xfrm>
              <a:off x="5631978" y="5254666"/>
              <a:ext cx="172529" cy="117518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80" name="직사각형 1279">
              <a:extLst>
                <a:ext uri="{FF2B5EF4-FFF2-40B4-BE49-F238E27FC236}">
                  <a16:creationId xmlns:a16="http://schemas.microsoft.com/office/drawing/2014/main" id="{4FCF4BE5-4B89-47FA-8B1C-D9E03533351C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8D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81" name="그룹 1280">
            <a:extLst>
              <a:ext uri="{FF2B5EF4-FFF2-40B4-BE49-F238E27FC236}">
                <a16:creationId xmlns:a16="http://schemas.microsoft.com/office/drawing/2014/main" id="{6DA4C554-7FE8-5C87-3C44-9D1D0704CFBA}"/>
              </a:ext>
            </a:extLst>
          </p:cNvPr>
          <p:cNvGrpSpPr/>
          <p:nvPr/>
        </p:nvGrpSpPr>
        <p:grpSpPr>
          <a:xfrm>
            <a:off x="1871973" y="9832574"/>
            <a:ext cx="556558" cy="503881"/>
            <a:chOff x="1362075" y="-445560"/>
            <a:chExt cx="487373" cy="441244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282" name="모서리가 둥근 직사각형 1281">
              <a:extLst>
                <a:ext uri="{FF2B5EF4-FFF2-40B4-BE49-F238E27FC236}">
                  <a16:creationId xmlns:a16="http://schemas.microsoft.com/office/drawing/2014/main" id="{BCCF8FDD-7204-1C13-D91E-91EADA8A2BA7}"/>
                </a:ext>
              </a:extLst>
            </p:cNvPr>
            <p:cNvSpPr/>
            <p:nvPr/>
          </p:nvSpPr>
          <p:spPr>
            <a:xfrm>
              <a:off x="1362075" y="-445560"/>
              <a:ext cx="487373" cy="441244"/>
            </a:xfrm>
            <a:prstGeom prst="roundRect">
              <a:avLst/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85" name="직선 연결선[R] 1284">
              <a:extLst>
                <a:ext uri="{FF2B5EF4-FFF2-40B4-BE49-F238E27FC236}">
                  <a16:creationId xmlns:a16="http://schemas.microsoft.com/office/drawing/2014/main" id="{D1305E1D-D9AB-5843-9990-284A6C5D46F1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직선 연결선[R] 1285">
              <a:extLst>
                <a:ext uri="{FF2B5EF4-FFF2-40B4-BE49-F238E27FC236}">
                  <a16:creationId xmlns:a16="http://schemas.microsoft.com/office/drawing/2014/main" id="{2315A920-3588-6901-ABEC-0D08BD5298A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7" name="그룹 1286">
            <a:extLst>
              <a:ext uri="{FF2B5EF4-FFF2-40B4-BE49-F238E27FC236}">
                <a16:creationId xmlns:a16="http://schemas.microsoft.com/office/drawing/2014/main" id="{D4D3F25A-B139-EA39-B978-97CB1CF35B17}"/>
              </a:ext>
            </a:extLst>
          </p:cNvPr>
          <p:cNvGrpSpPr/>
          <p:nvPr/>
        </p:nvGrpSpPr>
        <p:grpSpPr>
          <a:xfrm>
            <a:off x="3004817" y="10409437"/>
            <a:ext cx="770164" cy="552981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288" name="모서리가 둥근 직사각형 1287">
              <a:extLst>
                <a:ext uri="{FF2B5EF4-FFF2-40B4-BE49-F238E27FC236}">
                  <a16:creationId xmlns:a16="http://schemas.microsoft.com/office/drawing/2014/main" id="{7A32FD69-36BF-CACC-6922-4844C511E8F6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89" name="삼각형 1288">
              <a:extLst>
                <a:ext uri="{FF2B5EF4-FFF2-40B4-BE49-F238E27FC236}">
                  <a16:creationId xmlns:a16="http://schemas.microsoft.com/office/drawing/2014/main" id="{CF1D47EB-01F0-253D-F99B-DF7762619C4A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90" name="삼각형 1289">
              <a:extLst>
                <a:ext uri="{FF2B5EF4-FFF2-40B4-BE49-F238E27FC236}">
                  <a16:creationId xmlns:a16="http://schemas.microsoft.com/office/drawing/2014/main" id="{8220F5DA-E754-D72F-52B8-2DD65B7F1696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91" name="타원 1290">
              <a:extLst>
                <a:ext uri="{FF2B5EF4-FFF2-40B4-BE49-F238E27FC236}">
                  <a16:creationId xmlns:a16="http://schemas.microsoft.com/office/drawing/2014/main" id="{4B9FF6E3-5F44-90C4-D5C3-7E60EE7EF04E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292" name="그룹 1291">
            <a:extLst>
              <a:ext uri="{FF2B5EF4-FFF2-40B4-BE49-F238E27FC236}">
                <a16:creationId xmlns:a16="http://schemas.microsoft.com/office/drawing/2014/main" id="{D2F89988-4346-B66A-F4BA-62BE36716A0A}"/>
              </a:ext>
            </a:extLst>
          </p:cNvPr>
          <p:cNvGrpSpPr/>
          <p:nvPr/>
        </p:nvGrpSpPr>
        <p:grpSpPr>
          <a:xfrm>
            <a:off x="2496942" y="10963141"/>
            <a:ext cx="594738" cy="500272"/>
            <a:chOff x="1362075" y="-417293"/>
            <a:chExt cx="487373" cy="540685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293" name="모서리가 둥근 직사각형 1292">
              <a:extLst>
                <a:ext uri="{FF2B5EF4-FFF2-40B4-BE49-F238E27FC236}">
                  <a16:creationId xmlns:a16="http://schemas.microsoft.com/office/drawing/2014/main" id="{6CFBA415-A3AB-6794-9C27-521D0D8DDD48}"/>
                </a:ext>
              </a:extLst>
            </p:cNvPr>
            <p:cNvSpPr/>
            <p:nvPr/>
          </p:nvSpPr>
          <p:spPr>
            <a:xfrm>
              <a:off x="1362075" y="-417293"/>
              <a:ext cx="487373" cy="540685"/>
            </a:xfrm>
            <a:prstGeom prst="roundRect">
              <a:avLst/>
            </a:prstGeom>
            <a:solidFill>
              <a:srgbClr val="B9D3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96" name="직선 연결선[R] 1295">
              <a:extLst>
                <a:ext uri="{FF2B5EF4-FFF2-40B4-BE49-F238E27FC236}">
                  <a16:creationId xmlns:a16="http://schemas.microsoft.com/office/drawing/2014/main" id="{AD0C07A3-E016-6821-9088-978597986A57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직선 연결선[R] 1296">
              <a:extLst>
                <a:ext uri="{FF2B5EF4-FFF2-40B4-BE49-F238E27FC236}">
                  <a16:creationId xmlns:a16="http://schemas.microsoft.com/office/drawing/2014/main" id="{CCBDC7FB-0B38-FBF0-52B0-49B4782ED1A2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직선 연결선[R] 1297">
              <a:extLst>
                <a:ext uri="{FF2B5EF4-FFF2-40B4-BE49-F238E27FC236}">
                  <a16:creationId xmlns:a16="http://schemas.microsoft.com/office/drawing/2014/main" id="{8168FA61-4281-0BBA-9CB0-8BDBB1DD5AA5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605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3" name="그룹 1332">
            <a:extLst>
              <a:ext uri="{FF2B5EF4-FFF2-40B4-BE49-F238E27FC236}">
                <a16:creationId xmlns:a16="http://schemas.microsoft.com/office/drawing/2014/main" id="{92BCCDE6-F35A-04D4-427E-8AEAE4BDCB3C}"/>
              </a:ext>
            </a:extLst>
          </p:cNvPr>
          <p:cNvGrpSpPr/>
          <p:nvPr/>
        </p:nvGrpSpPr>
        <p:grpSpPr>
          <a:xfrm>
            <a:off x="2503418" y="10417900"/>
            <a:ext cx="625619" cy="567742"/>
            <a:chOff x="5393974" y="4956640"/>
            <a:chExt cx="651294" cy="591043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334" name="양쪽 모서리가 둥근 사각형 1333">
              <a:extLst>
                <a:ext uri="{FF2B5EF4-FFF2-40B4-BE49-F238E27FC236}">
                  <a16:creationId xmlns:a16="http://schemas.microsoft.com/office/drawing/2014/main" id="{63612B21-51F5-F0B6-6DFF-7FF6F6F52674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5" name="직사각형 1334">
              <a:extLst>
                <a:ext uri="{FF2B5EF4-FFF2-40B4-BE49-F238E27FC236}">
                  <a16:creationId xmlns:a16="http://schemas.microsoft.com/office/drawing/2014/main" id="{0EBF6D0D-7543-DFAA-88E4-40AB5E9FC0D5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6" name="직사각형 1335">
              <a:extLst>
                <a:ext uri="{FF2B5EF4-FFF2-40B4-BE49-F238E27FC236}">
                  <a16:creationId xmlns:a16="http://schemas.microsoft.com/office/drawing/2014/main" id="{754F981F-FA97-1927-899D-763B7C89F8B3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7" name="직사각형 1336">
              <a:extLst>
                <a:ext uri="{FF2B5EF4-FFF2-40B4-BE49-F238E27FC236}">
                  <a16:creationId xmlns:a16="http://schemas.microsoft.com/office/drawing/2014/main" id="{2DE5AE5A-FE55-CBC2-A5A7-794D580E7835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8" name="직사각형 1337">
              <a:extLst>
                <a:ext uri="{FF2B5EF4-FFF2-40B4-BE49-F238E27FC236}">
                  <a16:creationId xmlns:a16="http://schemas.microsoft.com/office/drawing/2014/main" id="{EF60C58D-579A-EB0A-777A-0AA8CCE7ABCC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39" name="직사각형 1338">
              <a:extLst>
                <a:ext uri="{FF2B5EF4-FFF2-40B4-BE49-F238E27FC236}">
                  <a16:creationId xmlns:a16="http://schemas.microsoft.com/office/drawing/2014/main" id="{DDF1CC6D-5A9A-0661-A5C5-E79DF7F2B6C2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0" name="직사각형 1339">
              <a:extLst>
                <a:ext uri="{FF2B5EF4-FFF2-40B4-BE49-F238E27FC236}">
                  <a16:creationId xmlns:a16="http://schemas.microsoft.com/office/drawing/2014/main" id="{1618384B-3B0D-4B7D-64DE-5545EF0C9522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1" name="직사각형 1340">
              <a:extLst>
                <a:ext uri="{FF2B5EF4-FFF2-40B4-BE49-F238E27FC236}">
                  <a16:creationId xmlns:a16="http://schemas.microsoft.com/office/drawing/2014/main" id="{76149745-D05C-2B84-137F-5D2B69CEBA9B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2" name="직사각형 1341">
              <a:extLst>
                <a:ext uri="{FF2B5EF4-FFF2-40B4-BE49-F238E27FC236}">
                  <a16:creationId xmlns:a16="http://schemas.microsoft.com/office/drawing/2014/main" id="{3545D401-F9C1-3121-9586-97FEB15362AF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43" name="직사각형 1342">
              <a:extLst>
                <a:ext uri="{FF2B5EF4-FFF2-40B4-BE49-F238E27FC236}">
                  <a16:creationId xmlns:a16="http://schemas.microsoft.com/office/drawing/2014/main" id="{347C0D30-709C-7BEF-2F38-DBA9E33FAE3C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359" name="그룹 1358">
            <a:extLst>
              <a:ext uri="{FF2B5EF4-FFF2-40B4-BE49-F238E27FC236}">
                <a16:creationId xmlns:a16="http://schemas.microsoft.com/office/drawing/2014/main" id="{11B7420F-9B04-B53E-A90D-1BA32345EC8B}"/>
              </a:ext>
            </a:extLst>
          </p:cNvPr>
          <p:cNvGrpSpPr/>
          <p:nvPr/>
        </p:nvGrpSpPr>
        <p:grpSpPr>
          <a:xfrm>
            <a:off x="1096803" y="9833205"/>
            <a:ext cx="717523" cy="515185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360" name="모서리가 둥근 직사각형 1359">
              <a:extLst>
                <a:ext uri="{FF2B5EF4-FFF2-40B4-BE49-F238E27FC236}">
                  <a16:creationId xmlns:a16="http://schemas.microsoft.com/office/drawing/2014/main" id="{310B0C99-E42D-E426-B243-C0F43AB59D8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61" name="삼각형 1360">
              <a:extLst>
                <a:ext uri="{FF2B5EF4-FFF2-40B4-BE49-F238E27FC236}">
                  <a16:creationId xmlns:a16="http://schemas.microsoft.com/office/drawing/2014/main" id="{35333B5E-782C-CC2F-E4C4-9FB23A9EED53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62" name="삼각형 1361">
              <a:extLst>
                <a:ext uri="{FF2B5EF4-FFF2-40B4-BE49-F238E27FC236}">
                  <a16:creationId xmlns:a16="http://schemas.microsoft.com/office/drawing/2014/main" id="{311D2AAF-D53F-5C09-C6AC-6841FF3E7B65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58" name="TextBox 1857">
                <a:extLst>
                  <a:ext uri="{FF2B5EF4-FFF2-40B4-BE49-F238E27FC236}">
                    <a16:creationId xmlns:a16="http://schemas.microsoft.com/office/drawing/2014/main" id="{9C6336BA-C386-A410-03DA-89D1C6FAF449}"/>
                  </a:ext>
                </a:extLst>
              </p:cNvPr>
              <p:cNvSpPr txBox="1"/>
              <p:nvPr/>
            </p:nvSpPr>
            <p:spPr>
              <a:xfrm flipH="1">
                <a:off x="6111434" y="8409569"/>
                <a:ext cx="498006" cy="680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3000" dirty="0">
                  <a:solidFill>
                    <a:srgbClr val="812CF0"/>
                  </a:solidFill>
                </a:endParaRPr>
              </a:p>
            </p:txBody>
          </p:sp>
        </mc:Choice>
        <mc:Fallback xmlns="">
          <p:sp>
            <p:nvSpPr>
              <p:cNvPr id="1858" name="TextBox 1857">
                <a:extLst>
                  <a:ext uri="{FF2B5EF4-FFF2-40B4-BE49-F238E27FC236}">
                    <a16:creationId xmlns:a16="http://schemas.microsoft.com/office/drawing/2014/main" id="{9C6336BA-C386-A410-03DA-89D1C6FA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11434" y="8409569"/>
                <a:ext cx="498006" cy="680020"/>
              </a:xfrm>
              <a:prstGeom prst="rect">
                <a:avLst/>
              </a:prstGeom>
              <a:blipFill>
                <a:blip r:embed="rId3"/>
                <a:stretch>
                  <a:fillRect l="-7500" r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0" name="TextBox 1859">
                <a:extLst>
                  <a:ext uri="{FF2B5EF4-FFF2-40B4-BE49-F238E27FC236}">
                    <a16:creationId xmlns:a16="http://schemas.microsoft.com/office/drawing/2014/main" id="{EB86EEB2-8247-407C-6D7E-5377E6DD1FB0}"/>
                  </a:ext>
                </a:extLst>
              </p:cNvPr>
              <p:cNvSpPr txBox="1"/>
              <p:nvPr/>
            </p:nvSpPr>
            <p:spPr>
              <a:xfrm flipH="1">
                <a:off x="6120374" y="10679896"/>
                <a:ext cx="498006" cy="680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ko-KR" sz="3000" i="1">
                              <a:solidFill>
                                <a:srgbClr val="812C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000" dirty="0">
                  <a:solidFill>
                    <a:srgbClr val="812CF0"/>
                  </a:solidFill>
                </a:endParaRPr>
              </a:p>
            </p:txBody>
          </p:sp>
        </mc:Choice>
        <mc:Fallback xmlns="">
          <p:sp>
            <p:nvSpPr>
              <p:cNvPr id="1860" name="TextBox 1859">
                <a:extLst>
                  <a:ext uri="{FF2B5EF4-FFF2-40B4-BE49-F238E27FC236}">
                    <a16:creationId xmlns:a16="http://schemas.microsoft.com/office/drawing/2014/main" id="{EB86EEB2-8247-407C-6D7E-5377E6DD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20374" y="10679896"/>
                <a:ext cx="498006" cy="680020"/>
              </a:xfrm>
              <a:prstGeom prst="rect">
                <a:avLst/>
              </a:prstGeom>
              <a:blipFill>
                <a:blip r:embed="rId4"/>
                <a:stretch>
                  <a:fillRect l="-4878" r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모서리가 둥근 사각형 설명선[R] 980">
            <a:extLst>
              <a:ext uri="{FF2B5EF4-FFF2-40B4-BE49-F238E27FC236}">
                <a16:creationId xmlns:a16="http://schemas.microsoft.com/office/drawing/2014/main" id="{6E4CE5A3-C194-20CB-B25C-B7FDE30DDF3F}"/>
              </a:ext>
            </a:extLst>
          </p:cNvPr>
          <p:cNvSpPr/>
          <p:nvPr/>
        </p:nvSpPr>
        <p:spPr>
          <a:xfrm>
            <a:off x="503471" y="3151654"/>
            <a:ext cx="587107" cy="403673"/>
          </a:xfrm>
          <a:prstGeom prst="wedgeRoundRectCallout">
            <a:avLst>
              <a:gd name="adj1" fmla="val -33193"/>
              <a:gd name="adj2" fmla="val 74239"/>
              <a:gd name="adj3" fmla="val 16667"/>
            </a:avLst>
          </a:prstGeom>
          <a:solidFill>
            <a:srgbClr val="E3DEFF"/>
          </a:solidFill>
          <a:ln w="57150">
            <a:solidFill>
              <a:srgbClr val="812D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1" lang="ko-KR" altLang="en-US" sz="2800" b="1" dirty="0">
              <a:solidFill>
                <a:srgbClr val="7047F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4" name="모서리가 둥근 직사각형 636">
            <a:extLst>
              <a:ext uri="{FF2B5EF4-FFF2-40B4-BE49-F238E27FC236}">
                <a16:creationId xmlns:a16="http://schemas.microsoft.com/office/drawing/2014/main" id="{CDD4C78E-C9CE-6B3B-89BE-5B62E902F7B0}"/>
              </a:ext>
            </a:extLst>
          </p:cNvPr>
          <p:cNvSpPr/>
          <p:nvPr/>
        </p:nvSpPr>
        <p:spPr>
          <a:xfrm>
            <a:off x="6324020" y="4435272"/>
            <a:ext cx="1258568" cy="935445"/>
          </a:xfrm>
          <a:prstGeom prst="roundRect">
            <a:avLst>
              <a:gd name="adj" fmla="val 10575"/>
            </a:avLst>
          </a:prstGeom>
          <a:solidFill>
            <a:srgbClr val="5F5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Subquery Planner</a:t>
            </a:r>
          </a:p>
        </p:txBody>
      </p:sp>
      <p:sp>
        <p:nvSpPr>
          <p:cNvPr id="1869" name="모서리가 둥근 직사각형 636">
            <a:extLst>
              <a:ext uri="{FF2B5EF4-FFF2-40B4-BE49-F238E27FC236}">
                <a16:creationId xmlns:a16="http://schemas.microsoft.com/office/drawing/2014/main" id="{5A9F60E4-22B5-258E-3097-607CDBFCEA1A}"/>
              </a:ext>
            </a:extLst>
          </p:cNvPr>
          <p:cNvSpPr/>
          <p:nvPr/>
        </p:nvSpPr>
        <p:spPr>
          <a:xfrm>
            <a:off x="9270980" y="4435272"/>
            <a:ext cx="1553253" cy="935445"/>
          </a:xfrm>
          <a:prstGeom prst="roundRect">
            <a:avLst>
              <a:gd name="adj" fmla="val 10575"/>
            </a:avLst>
          </a:prstGeom>
          <a:solidFill>
            <a:srgbClr val="5F5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Multi-Strategy</a:t>
            </a:r>
          </a:p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Traverser</a:t>
            </a:r>
          </a:p>
        </p:txBody>
      </p:sp>
      <p:sp>
        <p:nvSpPr>
          <p:cNvPr id="1891" name="모서리가 둥근 직사각형 636">
            <a:extLst>
              <a:ext uri="{FF2B5EF4-FFF2-40B4-BE49-F238E27FC236}">
                <a16:creationId xmlns:a16="http://schemas.microsoft.com/office/drawing/2014/main" id="{E5754306-B95D-4577-EC5E-94C01034E9EF}"/>
              </a:ext>
            </a:extLst>
          </p:cNvPr>
          <p:cNvSpPr/>
          <p:nvPr/>
        </p:nvSpPr>
        <p:spPr>
          <a:xfrm>
            <a:off x="1679604" y="3106122"/>
            <a:ext cx="1403713" cy="1123023"/>
          </a:xfrm>
          <a:prstGeom prst="roundRect">
            <a:avLst>
              <a:gd name="adj" fmla="val 10575"/>
            </a:avLst>
          </a:prstGeom>
          <a:solidFill>
            <a:srgbClr val="5F5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Orchestrator</a:t>
            </a:r>
          </a:p>
        </p:txBody>
      </p:sp>
      <p:cxnSp>
        <p:nvCxnSpPr>
          <p:cNvPr id="1894" name="직선 화살표 연결선 1893">
            <a:extLst>
              <a:ext uri="{FF2B5EF4-FFF2-40B4-BE49-F238E27FC236}">
                <a16:creationId xmlns:a16="http://schemas.microsoft.com/office/drawing/2014/main" id="{13D54B58-D4AC-FA9A-ACD3-272E208C1B04}"/>
              </a:ext>
            </a:extLst>
          </p:cNvPr>
          <p:cNvCxnSpPr>
            <a:cxnSpLocks/>
          </p:cNvCxnSpPr>
          <p:nvPr/>
        </p:nvCxnSpPr>
        <p:spPr>
          <a:xfrm>
            <a:off x="1306035" y="3935441"/>
            <a:ext cx="290344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1" name="TextBox 1910">
                <a:extLst>
                  <a:ext uri="{FF2B5EF4-FFF2-40B4-BE49-F238E27FC236}">
                    <a16:creationId xmlns:a16="http://schemas.microsoft.com/office/drawing/2014/main" id="{3861E525-6B2C-E2F9-BC6C-159E1AF78D09}"/>
                  </a:ext>
                </a:extLst>
              </p:cNvPr>
              <p:cNvSpPr txBox="1"/>
              <p:nvPr/>
            </p:nvSpPr>
            <p:spPr>
              <a:xfrm>
                <a:off x="85066" y="3186193"/>
                <a:ext cx="29034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solidFill>
                            <a:srgbClr val="812DE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ko-KR" altLang="en-US" sz="2000" dirty="0">
                  <a:solidFill>
                    <a:srgbClr val="812DE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11" name="TextBox 1910">
                <a:extLst>
                  <a:ext uri="{FF2B5EF4-FFF2-40B4-BE49-F238E27FC236}">
                    <a16:creationId xmlns:a16="http://schemas.microsoft.com/office/drawing/2014/main" id="{3861E525-6B2C-E2F9-BC6C-159E1AF78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" y="3186193"/>
                <a:ext cx="290344" cy="307777"/>
              </a:xfrm>
              <a:prstGeom prst="rect">
                <a:avLst/>
              </a:prstGeom>
              <a:blipFill>
                <a:blip r:embed="rId6"/>
                <a:stretch>
                  <a:fillRect l="-20833" r="-20833" b="-2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2" name="직선 화살표 연결선 1911">
            <a:extLst>
              <a:ext uri="{FF2B5EF4-FFF2-40B4-BE49-F238E27FC236}">
                <a16:creationId xmlns:a16="http://schemas.microsoft.com/office/drawing/2014/main" id="{897AD839-3799-D3ED-C1E2-E28816D27A74}"/>
              </a:ext>
            </a:extLst>
          </p:cNvPr>
          <p:cNvCxnSpPr>
            <a:cxnSpLocks/>
          </p:cNvCxnSpPr>
          <p:nvPr/>
        </p:nvCxnSpPr>
        <p:spPr>
          <a:xfrm>
            <a:off x="1257652" y="3401486"/>
            <a:ext cx="338727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3" name="사각형: 둥근 모서리 27">
            <a:extLst>
              <a:ext uri="{FF2B5EF4-FFF2-40B4-BE49-F238E27FC236}">
                <a16:creationId xmlns:a16="http://schemas.microsoft.com/office/drawing/2014/main" id="{A17C3D19-149F-3439-AB83-AA972309187A}"/>
              </a:ext>
            </a:extLst>
          </p:cNvPr>
          <p:cNvSpPr/>
          <p:nvPr/>
        </p:nvSpPr>
        <p:spPr>
          <a:xfrm>
            <a:off x="6140812" y="4226563"/>
            <a:ext cx="4906785" cy="1348680"/>
          </a:xfrm>
          <a:prstGeom prst="roundRect">
            <a:avLst>
              <a:gd name="adj" fmla="val 7105"/>
            </a:avLst>
          </a:prstGeom>
          <a:noFill/>
          <a:ln w="28575">
            <a:solidFill>
              <a:srgbClr val="5F5DF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5" name="직선 화살표 연결선 1914">
            <a:extLst>
              <a:ext uri="{FF2B5EF4-FFF2-40B4-BE49-F238E27FC236}">
                <a16:creationId xmlns:a16="http://schemas.microsoft.com/office/drawing/2014/main" id="{89D56D46-E74A-027A-71E4-41EA477DC07F}"/>
              </a:ext>
            </a:extLst>
          </p:cNvPr>
          <p:cNvCxnSpPr>
            <a:cxnSpLocks/>
          </p:cNvCxnSpPr>
          <p:nvPr/>
        </p:nvCxnSpPr>
        <p:spPr>
          <a:xfrm flipV="1">
            <a:off x="2594112" y="4229145"/>
            <a:ext cx="0" cy="1787209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6" name="그림 191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781186-3090-5261-CFDD-3527199EF6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28" t="25990" r="3161" b="25503"/>
          <a:stretch>
            <a:fillRect/>
          </a:stretch>
        </p:blipFill>
        <p:spPr>
          <a:xfrm>
            <a:off x="1729990" y="5682655"/>
            <a:ext cx="722543" cy="378847"/>
          </a:xfrm>
          <a:prstGeom prst="rect">
            <a:avLst/>
          </a:prstGeom>
        </p:spPr>
      </p:pic>
      <p:sp>
        <p:nvSpPr>
          <p:cNvPr id="2114" name="모서리가 둥근 직사각형 570">
            <a:extLst>
              <a:ext uri="{FF2B5EF4-FFF2-40B4-BE49-F238E27FC236}">
                <a16:creationId xmlns:a16="http://schemas.microsoft.com/office/drawing/2014/main" id="{0784D13F-F0A3-0163-84F7-661187A7BD79}"/>
              </a:ext>
            </a:extLst>
          </p:cNvPr>
          <p:cNvSpPr/>
          <p:nvPr/>
        </p:nvSpPr>
        <p:spPr>
          <a:xfrm>
            <a:off x="6760027" y="7302360"/>
            <a:ext cx="12762505" cy="4353603"/>
          </a:xfrm>
          <a:prstGeom prst="roundRect">
            <a:avLst>
              <a:gd name="adj" fmla="val 2930"/>
            </a:avLst>
          </a:prstGeom>
          <a:solidFill>
            <a:srgbClr val="EFEBFF"/>
          </a:solidFill>
          <a:ln w="28575"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15" name="사각형: 둥근 모서리 6">
            <a:extLst>
              <a:ext uri="{FF2B5EF4-FFF2-40B4-BE49-F238E27FC236}">
                <a16:creationId xmlns:a16="http://schemas.microsoft.com/office/drawing/2014/main" id="{E8EF5346-05DB-9FB7-580A-082926883A98}"/>
              </a:ext>
            </a:extLst>
          </p:cNvPr>
          <p:cNvSpPr/>
          <p:nvPr/>
        </p:nvSpPr>
        <p:spPr>
          <a:xfrm>
            <a:off x="6993977" y="8082417"/>
            <a:ext cx="3289115" cy="726867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7" name="TextBox 2116">
                <a:extLst>
                  <a:ext uri="{FF2B5EF4-FFF2-40B4-BE49-F238E27FC236}">
                    <a16:creationId xmlns:a16="http://schemas.microsoft.com/office/drawing/2014/main" id="{C22D9273-4841-0A87-FB10-A63872EF81E8}"/>
                  </a:ext>
                </a:extLst>
              </p:cNvPr>
              <p:cNvSpPr txBox="1"/>
              <p:nvPr/>
            </p:nvSpPr>
            <p:spPr>
              <a:xfrm>
                <a:off x="8989838" y="7337294"/>
                <a:ext cx="5790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1" i="1">
                          <a:solidFill>
                            <a:srgbClr val="812DE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ko-KR" altLang="en-US" sz="3200" dirty="0">
                  <a:solidFill>
                    <a:srgbClr val="812DE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17" name="TextBox 2116">
                <a:extLst>
                  <a:ext uri="{FF2B5EF4-FFF2-40B4-BE49-F238E27FC236}">
                    <a16:creationId xmlns:a16="http://schemas.microsoft.com/office/drawing/2014/main" id="{C22D9273-4841-0A87-FB10-A63872EF8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838" y="7337294"/>
                <a:ext cx="579005" cy="584775"/>
              </a:xfrm>
              <a:prstGeom prst="rect">
                <a:avLst/>
              </a:prstGeom>
              <a:blipFill>
                <a:blip r:embed="rId8"/>
                <a:stretch>
                  <a:fillRect l="-8696" r="-6522" b="-170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0" name="사각형: 둥근 모서리 12">
            <a:extLst>
              <a:ext uri="{FF2B5EF4-FFF2-40B4-BE49-F238E27FC236}">
                <a16:creationId xmlns:a16="http://schemas.microsoft.com/office/drawing/2014/main" id="{0EB825EB-8EAF-995E-3E8A-6C46DC0BEAFB}"/>
              </a:ext>
            </a:extLst>
          </p:cNvPr>
          <p:cNvSpPr/>
          <p:nvPr/>
        </p:nvSpPr>
        <p:spPr>
          <a:xfrm>
            <a:off x="6993977" y="9742931"/>
            <a:ext cx="3289115" cy="726867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3" name="사각형: 둥근 모서리 15">
            <a:extLst>
              <a:ext uri="{FF2B5EF4-FFF2-40B4-BE49-F238E27FC236}">
                <a16:creationId xmlns:a16="http://schemas.microsoft.com/office/drawing/2014/main" id="{42AA9B5D-D70B-9D13-D56C-372842123464}"/>
              </a:ext>
            </a:extLst>
          </p:cNvPr>
          <p:cNvSpPr/>
          <p:nvPr/>
        </p:nvSpPr>
        <p:spPr>
          <a:xfrm>
            <a:off x="6993977" y="8906417"/>
            <a:ext cx="3289115" cy="726867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35" name="직선 연결선 29">
            <a:extLst>
              <a:ext uri="{FF2B5EF4-FFF2-40B4-BE49-F238E27FC236}">
                <a16:creationId xmlns:a16="http://schemas.microsoft.com/office/drawing/2014/main" id="{C30B290E-D903-46AA-7834-51EE97985CDB}"/>
              </a:ext>
            </a:extLst>
          </p:cNvPr>
          <p:cNvCxnSpPr>
            <a:cxnSpLocks/>
          </p:cNvCxnSpPr>
          <p:nvPr/>
        </p:nvCxnSpPr>
        <p:spPr>
          <a:xfrm>
            <a:off x="10448694" y="7478611"/>
            <a:ext cx="0" cy="4017864"/>
          </a:xfrm>
          <a:prstGeom prst="line">
            <a:avLst/>
          </a:prstGeom>
          <a:ln w="19050">
            <a:solidFill>
              <a:srgbClr val="6262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7" name="그림 213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24D62C-6860-492F-44FC-A1A55D7506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28" t="25990" r="3161" b="25503"/>
          <a:stretch>
            <a:fillRect/>
          </a:stretch>
        </p:blipFill>
        <p:spPr>
          <a:xfrm>
            <a:off x="16477754" y="7400090"/>
            <a:ext cx="1219200" cy="6392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69" name="TextBox 2168">
                <a:extLst>
                  <a:ext uri="{FF2B5EF4-FFF2-40B4-BE49-F238E27FC236}">
                    <a16:creationId xmlns:a16="http://schemas.microsoft.com/office/drawing/2014/main" id="{1EFC7335-D2FB-E205-2409-584F8727A970}"/>
                  </a:ext>
                </a:extLst>
              </p:cNvPr>
              <p:cNvSpPr txBox="1"/>
              <p:nvPr/>
            </p:nvSpPr>
            <p:spPr>
              <a:xfrm>
                <a:off x="10710175" y="7479483"/>
                <a:ext cx="24140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History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smtClean="0">
                            <a:solidFill>
                              <a:srgbClr val="6262F7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solidFill>
                              <a:srgbClr val="6262F7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𝑯</m:t>
                        </m:r>
                      </m:e>
                      <m:sub>
                        <m:r>
                          <a:rPr lang="en-US" altLang="ko-KR" sz="2400" b="1" i="1" smtClean="0">
                            <a:solidFill>
                              <a:srgbClr val="6262F7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𝒕</m:t>
                        </m:r>
                      </m:sub>
                    </m:sSub>
                  </m:oMath>
                </a14:m>
                <a:endParaRPr lang="ko-KR" altLang="en-US" sz="2400" b="1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69" name="TextBox 2168">
                <a:extLst>
                  <a:ext uri="{FF2B5EF4-FFF2-40B4-BE49-F238E27FC236}">
                    <a16:creationId xmlns:a16="http://schemas.microsoft.com/office/drawing/2014/main" id="{1EFC7335-D2FB-E205-2409-584F8727A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0175" y="7479483"/>
                <a:ext cx="2414059" cy="461665"/>
              </a:xfrm>
              <a:prstGeom prst="rect">
                <a:avLst/>
              </a:prstGeom>
              <a:blipFill>
                <a:blip r:embed="rId9"/>
                <a:stretch>
                  <a:fillRect l="-4188" t="-5263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4" name="사각형: 둥근 모서리 150">
            <a:extLst>
              <a:ext uri="{FF2B5EF4-FFF2-40B4-BE49-F238E27FC236}">
                <a16:creationId xmlns:a16="http://schemas.microsoft.com/office/drawing/2014/main" id="{7A4EB4CC-DFA9-160D-3510-E29C74659DF2}"/>
              </a:ext>
            </a:extLst>
          </p:cNvPr>
          <p:cNvSpPr/>
          <p:nvPr/>
        </p:nvSpPr>
        <p:spPr>
          <a:xfrm>
            <a:off x="10841508" y="8096270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9" name="그룹 568">
            <a:extLst>
              <a:ext uri="{FF2B5EF4-FFF2-40B4-BE49-F238E27FC236}">
                <a16:creationId xmlns:a16="http://schemas.microsoft.com/office/drawing/2014/main" id="{EB8C95CE-4920-5E76-0DB6-4A43925E8177}"/>
              </a:ext>
            </a:extLst>
          </p:cNvPr>
          <p:cNvGrpSpPr/>
          <p:nvPr/>
        </p:nvGrpSpPr>
        <p:grpSpPr>
          <a:xfrm>
            <a:off x="13348448" y="9537285"/>
            <a:ext cx="417459" cy="390922"/>
            <a:chOff x="1362075" y="-460707"/>
            <a:chExt cx="487373" cy="456392"/>
          </a:xfrm>
        </p:grpSpPr>
        <p:sp>
          <p:nvSpPr>
            <p:cNvPr id="570" name="모서리가 둥근 직사각형 1249">
              <a:extLst>
                <a:ext uri="{FF2B5EF4-FFF2-40B4-BE49-F238E27FC236}">
                  <a16:creationId xmlns:a16="http://schemas.microsoft.com/office/drawing/2014/main" id="{A24BB81E-9F2D-B2E0-638D-53B3481E75F3}"/>
                </a:ext>
              </a:extLst>
            </p:cNvPr>
            <p:cNvSpPr/>
            <p:nvPr/>
          </p:nvSpPr>
          <p:spPr>
            <a:xfrm>
              <a:off x="1362075" y="-460707"/>
              <a:ext cx="487373" cy="456392"/>
            </a:xfrm>
            <a:prstGeom prst="roundRect">
              <a:avLst/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72" name="직선 연결선[R] 1254">
              <a:extLst>
                <a:ext uri="{FF2B5EF4-FFF2-40B4-BE49-F238E27FC236}">
                  <a16:creationId xmlns:a16="http://schemas.microsoft.com/office/drawing/2014/main" id="{8D6A86DB-9027-941C-72D6-55F5E3C6D861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[R] 1255">
              <a:extLst>
                <a:ext uri="{FF2B5EF4-FFF2-40B4-BE49-F238E27FC236}">
                  <a16:creationId xmlns:a16="http://schemas.microsoft.com/office/drawing/2014/main" id="{2924085E-37BD-43E2-158D-5CBE20B96BC7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3" name="사각형: 둥근 모서리 146">
            <a:extLst>
              <a:ext uri="{FF2B5EF4-FFF2-40B4-BE49-F238E27FC236}">
                <a16:creationId xmlns:a16="http://schemas.microsoft.com/office/drawing/2014/main" id="{F0BA2E12-026E-5400-A8EA-9B98779D410B}"/>
              </a:ext>
            </a:extLst>
          </p:cNvPr>
          <p:cNvSpPr/>
          <p:nvPr/>
        </p:nvSpPr>
        <p:spPr>
          <a:xfrm>
            <a:off x="13141280" y="9294031"/>
            <a:ext cx="1401133" cy="707619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4" name="Picture 2" descr="Webpage - Free seo and web icons">
            <a:extLst>
              <a:ext uri="{FF2B5EF4-FFF2-40B4-BE49-F238E27FC236}">
                <a16:creationId xmlns:a16="http://schemas.microsoft.com/office/drawing/2014/main" id="{38C24D3B-DE87-D108-5AA5-9466B5DFD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2855729" y="9244177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5" name="사각형: 둥근 모서리 150">
            <a:extLst>
              <a:ext uri="{FF2B5EF4-FFF2-40B4-BE49-F238E27FC236}">
                <a16:creationId xmlns:a16="http://schemas.microsoft.com/office/drawing/2014/main" id="{C2D01FF0-FE3B-3941-4432-1BFF18250CA9}"/>
              </a:ext>
            </a:extLst>
          </p:cNvPr>
          <p:cNvSpPr/>
          <p:nvPr/>
        </p:nvSpPr>
        <p:spPr>
          <a:xfrm>
            <a:off x="10841508" y="9170617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6" name="Picture 6" descr="Parameter - Free icons">
            <a:extLst>
              <a:ext uri="{FF2B5EF4-FFF2-40B4-BE49-F238E27FC236}">
                <a16:creationId xmlns:a16="http://schemas.microsoft.com/office/drawing/2014/main" id="{CF210196-45B3-D21A-5FF2-5AA116458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6387" y="9405577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EEC89C4C-7FC2-4CD4-4466-E011E76BE4F2}"/>
                  </a:ext>
                </a:extLst>
              </p:cNvPr>
              <p:cNvSpPr txBox="1"/>
              <p:nvPr/>
            </p:nvSpPr>
            <p:spPr>
              <a:xfrm>
                <a:off x="10780687" y="917061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EEC89C4C-7FC2-4CD4-4466-E011E76BE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687" y="9170617"/>
                <a:ext cx="432874" cy="338554"/>
              </a:xfrm>
              <a:prstGeom prst="rect">
                <a:avLst/>
              </a:prstGeom>
              <a:blipFill>
                <a:blip r:embed="rId1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4" name="사각형: 둥근 모서리 146">
            <a:extLst>
              <a:ext uri="{FF2B5EF4-FFF2-40B4-BE49-F238E27FC236}">
                <a16:creationId xmlns:a16="http://schemas.microsoft.com/office/drawing/2014/main" id="{F6C05096-B7D8-7210-2FDC-ED96B07FCE25}"/>
              </a:ext>
            </a:extLst>
          </p:cNvPr>
          <p:cNvSpPr/>
          <p:nvPr/>
        </p:nvSpPr>
        <p:spPr>
          <a:xfrm>
            <a:off x="17346911" y="10510355"/>
            <a:ext cx="720306" cy="553198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95" name="Picture 2" descr="Webpage - Free seo and web icons">
            <a:extLst>
              <a:ext uri="{FF2B5EF4-FFF2-40B4-BE49-F238E27FC236}">
                <a16:creationId xmlns:a16="http://schemas.microsoft.com/office/drawing/2014/main" id="{93F6FE5A-931A-A499-C222-F10B53D64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7207611" y="10306081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7" name="사각형: 둥근 모서리 150">
            <a:extLst>
              <a:ext uri="{FF2B5EF4-FFF2-40B4-BE49-F238E27FC236}">
                <a16:creationId xmlns:a16="http://schemas.microsoft.com/office/drawing/2014/main" id="{C1989C2E-9A51-C1B9-ECC4-5E6DAE3B5BD7}"/>
              </a:ext>
            </a:extLst>
          </p:cNvPr>
          <p:cNvSpPr/>
          <p:nvPr/>
        </p:nvSpPr>
        <p:spPr>
          <a:xfrm>
            <a:off x="15193390" y="10232521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98" name="Picture 6" descr="Parameter - Free icons">
            <a:extLst>
              <a:ext uri="{FF2B5EF4-FFF2-40B4-BE49-F238E27FC236}">
                <a16:creationId xmlns:a16="http://schemas.microsoft.com/office/drawing/2014/main" id="{B596ADC0-5A69-C6DB-A25F-98CE7188B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4688" y="10467481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4" name="사각형: 둥근 모서리 15">
            <a:extLst>
              <a:ext uri="{FF2B5EF4-FFF2-40B4-BE49-F238E27FC236}">
                <a16:creationId xmlns:a16="http://schemas.microsoft.com/office/drawing/2014/main" id="{D473F8A8-08B5-1FE8-3A5D-89808EE62400}"/>
              </a:ext>
            </a:extLst>
          </p:cNvPr>
          <p:cNvSpPr/>
          <p:nvPr/>
        </p:nvSpPr>
        <p:spPr>
          <a:xfrm>
            <a:off x="6993977" y="10566416"/>
            <a:ext cx="3289115" cy="726867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TextBox 839">
                <a:extLst>
                  <a:ext uri="{FF2B5EF4-FFF2-40B4-BE49-F238E27FC236}">
                    <a16:creationId xmlns:a16="http://schemas.microsoft.com/office/drawing/2014/main" id="{941970E0-7FBB-6D8D-AF1B-7FE894408C87}"/>
                  </a:ext>
                </a:extLst>
              </p:cNvPr>
              <p:cNvSpPr txBox="1"/>
              <p:nvPr/>
            </p:nvSpPr>
            <p:spPr>
              <a:xfrm>
                <a:off x="7632347" y="7427332"/>
                <a:ext cx="70346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1" i="1" smtClean="0">
                              <a:solidFill>
                                <a:srgbClr val="812DE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3200" b="1" i="1">
                              <a:solidFill>
                                <a:srgbClr val="812DE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3200" b="1" i="1" smtClean="0">
                              <a:solidFill>
                                <a:srgbClr val="812DE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altLang="ko-KR" sz="3200" b="1" dirty="0">
                  <a:solidFill>
                    <a:srgbClr val="812DE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40" name="TextBox 839">
                <a:extLst>
                  <a:ext uri="{FF2B5EF4-FFF2-40B4-BE49-F238E27FC236}">
                    <a16:creationId xmlns:a16="http://schemas.microsoft.com/office/drawing/2014/main" id="{941970E0-7FBB-6D8D-AF1B-7FE894408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347" y="7427332"/>
                <a:ext cx="703461" cy="584775"/>
              </a:xfrm>
              <a:prstGeom prst="rect">
                <a:avLst/>
              </a:prstGeom>
              <a:blipFill>
                <a:blip r:embed="rId13"/>
                <a:stretch>
                  <a:fillRect l="-5263" b="-170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1" name="사각형: 둥근 모서리 150">
            <a:extLst>
              <a:ext uri="{FF2B5EF4-FFF2-40B4-BE49-F238E27FC236}">
                <a16:creationId xmlns:a16="http://schemas.microsoft.com/office/drawing/2014/main" id="{71313F28-8FB2-7C02-AB7A-E5745DAA7238}"/>
              </a:ext>
            </a:extLst>
          </p:cNvPr>
          <p:cNvSpPr/>
          <p:nvPr/>
        </p:nvSpPr>
        <p:spPr>
          <a:xfrm>
            <a:off x="15214205" y="9166614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42" name="Picture 2" descr="도구 - 무료 비즈니스 및 금융개 아이콘">
            <a:extLst>
              <a:ext uri="{FF2B5EF4-FFF2-40B4-BE49-F238E27FC236}">
                <a16:creationId xmlns:a16="http://schemas.microsoft.com/office/drawing/2014/main" id="{89706C49-DD3D-3E15-8D94-6C781BFC4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680" y="3645959"/>
            <a:ext cx="553522" cy="55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3" name="모서리가 둥근 직사각형 636">
            <a:extLst>
              <a:ext uri="{FF2B5EF4-FFF2-40B4-BE49-F238E27FC236}">
                <a16:creationId xmlns:a16="http://schemas.microsoft.com/office/drawing/2014/main" id="{C56A9CCF-3756-A35D-C01C-8419E8097E6D}"/>
              </a:ext>
            </a:extLst>
          </p:cNvPr>
          <p:cNvSpPr/>
          <p:nvPr/>
        </p:nvSpPr>
        <p:spPr>
          <a:xfrm>
            <a:off x="7794592" y="4435272"/>
            <a:ext cx="1219201" cy="935445"/>
          </a:xfrm>
          <a:prstGeom prst="roundRect">
            <a:avLst>
              <a:gd name="adj" fmla="val 10575"/>
            </a:avLst>
          </a:prstGeom>
          <a:solidFill>
            <a:srgbClr val="5F5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Reranker</a:t>
            </a:r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60" name="그룹 859">
            <a:extLst>
              <a:ext uri="{FF2B5EF4-FFF2-40B4-BE49-F238E27FC236}">
                <a16:creationId xmlns:a16="http://schemas.microsoft.com/office/drawing/2014/main" id="{8ABC5194-4F9C-9533-834C-9AC55EA5AD55}"/>
              </a:ext>
            </a:extLst>
          </p:cNvPr>
          <p:cNvGrpSpPr/>
          <p:nvPr/>
        </p:nvGrpSpPr>
        <p:grpSpPr>
          <a:xfrm>
            <a:off x="332877" y="3740773"/>
            <a:ext cx="975741" cy="389336"/>
            <a:chOff x="94033" y="5852215"/>
            <a:chExt cx="2418631" cy="937778"/>
          </a:xfrm>
        </p:grpSpPr>
        <p:sp>
          <p:nvSpPr>
            <p:cNvPr id="845" name="직사각형 844">
              <a:extLst>
                <a:ext uri="{FF2B5EF4-FFF2-40B4-BE49-F238E27FC236}">
                  <a16:creationId xmlns:a16="http://schemas.microsoft.com/office/drawing/2014/main" id="{B2AD8455-9157-DCF9-50B7-699FC77E5FD7}"/>
                </a:ext>
              </a:extLst>
            </p:cNvPr>
            <p:cNvSpPr/>
            <p:nvPr/>
          </p:nvSpPr>
          <p:spPr>
            <a:xfrm>
              <a:off x="1182625" y="5852215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46" name="직각 삼각형[R] 845">
              <a:extLst>
                <a:ext uri="{FF2B5EF4-FFF2-40B4-BE49-F238E27FC236}">
                  <a16:creationId xmlns:a16="http://schemas.microsoft.com/office/drawing/2014/main" id="{5C201C7B-F839-959B-32B3-DD9817010581}"/>
                </a:ext>
              </a:extLst>
            </p:cNvPr>
            <p:cNvSpPr/>
            <p:nvPr/>
          </p:nvSpPr>
          <p:spPr>
            <a:xfrm rot="10800000">
              <a:off x="94033" y="5853455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47" name="직각 삼각형[R] 846">
              <a:extLst>
                <a:ext uri="{FF2B5EF4-FFF2-40B4-BE49-F238E27FC236}">
                  <a16:creationId xmlns:a16="http://schemas.microsoft.com/office/drawing/2014/main" id="{0481164E-240D-2752-5D95-BD4D410382FD}"/>
                </a:ext>
              </a:extLst>
            </p:cNvPr>
            <p:cNvSpPr/>
            <p:nvPr/>
          </p:nvSpPr>
          <p:spPr>
            <a:xfrm>
              <a:off x="1424073" y="5856700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3" name="직사각형 852">
              <a:extLst>
                <a:ext uri="{FF2B5EF4-FFF2-40B4-BE49-F238E27FC236}">
                  <a16:creationId xmlns:a16="http://schemas.microsoft.com/office/drawing/2014/main" id="{84B2798C-2BF8-CA06-84C0-B3F67FF46C28}"/>
                </a:ext>
              </a:extLst>
            </p:cNvPr>
            <p:cNvSpPr/>
            <p:nvPr/>
          </p:nvSpPr>
          <p:spPr>
            <a:xfrm>
              <a:off x="1182625" y="6049301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4" name="직각 삼각형[R] 853">
              <a:extLst>
                <a:ext uri="{FF2B5EF4-FFF2-40B4-BE49-F238E27FC236}">
                  <a16:creationId xmlns:a16="http://schemas.microsoft.com/office/drawing/2014/main" id="{E12A223F-B651-252E-96E1-9A338370A8E2}"/>
                </a:ext>
              </a:extLst>
            </p:cNvPr>
            <p:cNvSpPr/>
            <p:nvPr/>
          </p:nvSpPr>
          <p:spPr>
            <a:xfrm rot="10800000">
              <a:off x="94033" y="6050541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5" name="직각 삼각형[R] 854">
              <a:extLst>
                <a:ext uri="{FF2B5EF4-FFF2-40B4-BE49-F238E27FC236}">
                  <a16:creationId xmlns:a16="http://schemas.microsoft.com/office/drawing/2014/main" id="{5010501C-5ECE-60CD-21C7-80EA0B4B9961}"/>
                </a:ext>
              </a:extLst>
            </p:cNvPr>
            <p:cNvSpPr/>
            <p:nvPr/>
          </p:nvSpPr>
          <p:spPr>
            <a:xfrm>
              <a:off x="1424073" y="6053786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7" name="직사각형 856">
              <a:extLst>
                <a:ext uri="{FF2B5EF4-FFF2-40B4-BE49-F238E27FC236}">
                  <a16:creationId xmlns:a16="http://schemas.microsoft.com/office/drawing/2014/main" id="{AA4E88E5-7882-9A2B-7287-F2BC8F2FB021}"/>
                </a:ext>
              </a:extLst>
            </p:cNvPr>
            <p:cNvSpPr/>
            <p:nvPr/>
          </p:nvSpPr>
          <p:spPr>
            <a:xfrm>
              <a:off x="1182625" y="6266191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8" name="직각 삼각형[R] 857">
              <a:extLst>
                <a:ext uri="{FF2B5EF4-FFF2-40B4-BE49-F238E27FC236}">
                  <a16:creationId xmlns:a16="http://schemas.microsoft.com/office/drawing/2014/main" id="{61CE36B7-B496-A1F2-DD2A-14DCEC05B51C}"/>
                </a:ext>
              </a:extLst>
            </p:cNvPr>
            <p:cNvSpPr/>
            <p:nvPr/>
          </p:nvSpPr>
          <p:spPr>
            <a:xfrm rot="10800000">
              <a:off x="94033" y="6267431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859" name="직각 삼각형[R] 858">
              <a:extLst>
                <a:ext uri="{FF2B5EF4-FFF2-40B4-BE49-F238E27FC236}">
                  <a16:creationId xmlns:a16="http://schemas.microsoft.com/office/drawing/2014/main" id="{C34F9FCF-4068-3ACE-231A-65A4492DE91F}"/>
                </a:ext>
              </a:extLst>
            </p:cNvPr>
            <p:cNvSpPr/>
            <p:nvPr/>
          </p:nvSpPr>
          <p:spPr>
            <a:xfrm>
              <a:off x="1424073" y="6270676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p:pic>
        <p:nvPicPr>
          <p:cNvPr id="862" name="그림 861">
            <a:extLst>
              <a:ext uri="{FF2B5EF4-FFF2-40B4-BE49-F238E27FC236}">
                <a16:creationId xmlns:a16="http://schemas.microsoft.com/office/drawing/2014/main" id="{4A78D00A-159F-3F56-11AA-6DEE28490D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9384" y="3135447"/>
            <a:ext cx="722543" cy="722543"/>
          </a:xfrm>
          <a:prstGeom prst="rect">
            <a:avLst/>
          </a:prstGeom>
        </p:spPr>
      </p:pic>
      <p:cxnSp>
        <p:nvCxnSpPr>
          <p:cNvPr id="864" name="직선 연결선[R] 863">
            <a:extLst>
              <a:ext uri="{FF2B5EF4-FFF2-40B4-BE49-F238E27FC236}">
                <a16:creationId xmlns:a16="http://schemas.microsoft.com/office/drawing/2014/main" id="{B8A3282A-9A50-9D54-8061-135CAAA8E9FC}"/>
              </a:ext>
            </a:extLst>
          </p:cNvPr>
          <p:cNvCxnSpPr>
            <a:cxnSpLocks/>
          </p:cNvCxnSpPr>
          <p:nvPr/>
        </p:nvCxnSpPr>
        <p:spPr>
          <a:xfrm flipV="1">
            <a:off x="10823631" y="3969135"/>
            <a:ext cx="1151867" cy="527277"/>
          </a:xfrm>
          <a:prstGeom prst="line">
            <a:avLst/>
          </a:prstGeom>
          <a:ln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직선 연결선[R] 864">
            <a:extLst>
              <a:ext uri="{FF2B5EF4-FFF2-40B4-BE49-F238E27FC236}">
                <a16:creationId xmlns:a16="http://schemas.microsoft.com/office/drawing/2014/main" id="{CCF2B52E-032D-BD7D-830A-6A5AABAA9E69}"/>
              </a:ext>
            </a:extLst>
          </p:cNvPr>
          <p:cNvCxnSpPr>
            <a:cxnSpLocks/>
          </p:cNvCxnSpPr>
          <p:nvPr/>
        </p:nvCxnSpPr>
        <p:spPr>
          <a:xfrm>
            <a:off x="10761508" y="5333108"/>
            <a:ext cx="1213990" cy="1401321"/>
          </a:xfrm>
          <a:prstGeom prst="line">
            <a:avLst/>
          </a:prstGeom>
          <a:ln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사각형: 둥근 모서리 27">
            <a:extLst>
              <a:ext uri="{FF2B5EF4-FFF2-40B4-BE49-F238E27FC236}">
                <a16:creationId xmlns:a16="http://schemas.microsoft.com/office/drawing/2014/main" id="{09F90616-EF66-D561-47AE-163A49803AA1}"/>
              </a:ext>
            </a:extLst>
          </p:cNvPr>
          <p:cNvSpPr/>
          <p:nvPr/>
        </p:nvSpPr>
        <p:spPr>
          <a:xfrm>
            <a:off x="2986709" y="5452510"/>
            <a:ext cx="1993700" cy="1441809"/>
          </a:xfrm>
          <a:prstGeom prst="roundRect">
            <a:avLst>
              <a:gd name="adj" fmla="val 7105"/>
            </a:avLst>
          </a:prstGeom>
          <a:noFill/>
          <a:ln w="28575">
            <a:solidFill>
              <a:srgbClr val="5F5DF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9" name="모서리가 둥근 직사각형 636">
            <a:extLst>
              <a:ext uri="{FF2B5EF4-FFF2-40B4-BE49-F238E27FC236}">
                <a16:creationId xmlns:a16="http://schemas.microsoft.com/office/drawing/2014/main" id="{45BEAE11-B8AD-71AE-F84F-B978BE011FA4}"/>
              </a:ext>
            </a:extLst>
          </p:cNvPr>
          <p:cNvSpPr/>
          <p:nvPr/>
        </p:nvSpPr>
        <p:spPr>
          <a:xfrm>
            <a:off x="3380785" y="5875381"/>
            <a:ext cx="1258568" cy="935445"/>
          </a:xfrm>
          <a:prstGeom prst="roundRect">
            <a:avLst>
              <a:gd name="adj" fmla="val 10575"/>
            </a:avLst>
          </a:prstGeom>
          <a:solidFill>
            <a:srgbClr val="5F5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Traversal</a:t>
            </a:r>
          </a:p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Evaluator</a:t>
            </a:r>
          </a:p>
        </p:txBody>
      </p:sp>
      <p:cxnSp>
        <p:nvCxnSpPr>
          <p:cNvPr id="878" name="직선 연결선[R] 877">
            <a:extLst>
              <a:ext uri="{FF2B5EF4-FFF2-40B4-BE49-F238E27FC236}">
                <a16:creationId xmlns:a16="http://schemas.microsoft.com/office/drawing/2014/main" id="{3634DFC5-057E-3EF5-157C-54BA1CE1DDD6}"/>
              </a:ext>
            </a:extLst>
          </p:cNvPr>
          <p:cNvCxnSpPr>
            <a:cxnSpLocks/>
          </p:cNvCxnSpPr>
          <p:nvPr/>
        </p:nvCxnSpPr>
        <p:spPr>
          <a:xfrm>
            <a:off x="2594112" y="6016354"/>
            <a:ext cx="611932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업데이트 - 무료 화살개 아이콘">
            <a:extLst>
              <a:ext uri="{FF2B5EF4-FFF2-40B4-BE49-F238E27FC236}">
                <a16:creationId xmlns:a16="http://schemas.microsoft.com/office/drawing/2014/main" id="{E612BDF6-77B0-0DE6-BE61-1A2A2A66D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811" y="4855667"/>
            <a:ext cx="584773" cy="584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4" name="사각형: 둥근 모서리 27">
            <a:extLst>
              <a:ext uri="{FF2B5EF4-FFF2-40B4-BE49-F238E27FC236}">
                <a16:creationId xmlns:a16="http://schemas.microsoft.com/office/drawing/2014/main" id="{A22C4266-B224-B031-DC23-93C54665FB61}"/>
              </a:ext>
            </a:extLst>
          </p:cNvPr>
          <p:cNvSpPr/>
          <p:nvPr/>
        </p:nvSpPr>
        <p:spPr>
          <a:xfrm>
            <a:off x="11873616" y="3935440"/>
            <a:ext cx="5735933" cy="2958877"/>
          </a:xfrm>
          <a:prstGeom prst="roundRect">
            <a:avLst>
              <a:gd name="adj" fmla="val 7105"/>
            </a:avLst>
          </a:prstGeom>
          <a:solidFill>
            <a:srgbClr val="EFEBFF"/>
          </a:solidFill>
          <a:ln>
            <a:solidFill>
              <a:srgbClr val="5F5DF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6" name="모서리가 둥근 직사각형 636">
            <a:extLst>
              <a:ext uri="{FF2B5EF4-FFF2-40B4-BE49-F238E27FC236}">
                <a16:creationId xmlns:a16="http://schemas.microsoft.com/office/drawing/2014/main" id="{53537834-1054-C7B6-1B03-E5E294E3D211}"/>
              </a:ext>
            </a:extLst>
          </p:cNvPr>
          <p:cNvSpPr/>
          <p:nvPr/>
        </p:nvSpPr>
        <p:spPr>
          <a:xfrm>
            <a:off x="12370871" y="5698390"/>
            <a:ext cx="2495459" cy="897115"/>
          </a:xfrm>
          <a:prstGeom prst="roundRect">
            <a:avLst>
              <a:gd name="adj" fmla="val 10575"/>
            </a:avLst>
          </a:prstGeom>
          <a:solidFill>
            <a:srgbClr val="E3DEFF"/>
          </a:solidFill>
          <a:ln>
            <a:solidFill>
              <a:srgbClr val="6A4F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" name="모서리가 둥근 직사각형 636">
            <a:extLst>
              <a:ext uri="{FF2B5EF4-FFF2-40B4-BE49-F238E27FC236}">
                <a16:creationId xmlns:a16="http://schemas.microsoft.com/office/drawing/2014/main" id="{17B6AB67-4D32-EB64-7B76-2E9AAF66CC01}"/>
              </a:ext>
            </a:extLst>
          </p:cNvPr>
          <p:cNvSpPr/>
          <p:nvPr/>
        </p:nvSpPr>
        <p:spPr>
          <a:xfrm>
            <a:off x="12627322" y="5859757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Vector Search</a:t>
            </a:r>
          </a:p>
        </p:txBody>
      </p:sp>
      <p:sp>
        <p:nvSpPr>
          <p:cNvPr id="898" name="모서리가 둥근 직사각형 636">
            <a:extLst>
              <a:ext uri="{FF2B5EF4-FFF2-40B4-BE49-F238E27FC236}">
                <a16:creationId xmlns:a16="http://schemas.microsoft.com/office/drawing/2014/main" id="{F98E041A-00E6-3C62-EA7D-BFEAF3CE53B3}"/>
              </a:ext>
            </a:extLst>
          </p:cNvPr>
          <p:cNvSpPr/>
          <p:nvPr/>
        </p:nvSpPr>
        <p:spPr>
          <a:xfrm>
            <a:off x="13763705" y="5859753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kumimoji="1"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1" name="직선 화살표 연결선 900">
            <a:extLst>
              <a:ext uri="{FF2B5EF4-FFF2-40B4-BE49-F238E27FC236}">
                <a16:creationId xmlns:a16="http://schemas.microsoft.com/office/drawing/2014/main" id="{7824DD6B-3B60-0534-0CFB-426A3B6EE7ED}"/>
              </a:ext>
            </a:extLst>
          </p:cNvPr>
          <p:cNvCxnSpPr>
            <a:cxnSpLocks/>
          </p:cNvCxnSpPr>
          <p:nvPr/>
        </p:nvCxnSpPr>
        <p:spPr>
          <a:xfrm>
            <a:off x="13509979" y="6168610"/>
            <a:ext cx="253726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직선 연결선[R] 905">
            <a:extLst>
              <a:ext uri="{FF2B5EF4-FFF2-40B4-BE49-F238E27FC236}">
                <a16:creationId xmlns:a16="http://schemas.microsoft.com/office/drawing/2014/main" id="{040DF287-5C08-525A-08C2-D3B40DFE12CA}"/>
              </a:ext>
            </a:extLst>
          </p:cNvPr>
          <p:cNvCxnSpPr>
            <a:cxnSpLocks/>
          </p:cNvCxnSpPr>
          <p:nvPr/>
        </p:nvCxnSpPr>
        <p:spPr>
          <a:xfrm>
            <a:off x="3069618" y="3667633"/>
            <a:ext cx="5314172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직선 연결선[R] 907">
            <a:extLst>
              <a:ext uri="{FF2B5EF4-FFF2-40B4-BE49-F238E27FC236}">
                <a16:creationId xmlns:a16="http://schemas.microsoft.com/office/drawing/2014/main" id="{D3462E34-3647-E5A8-9BA6-6D1BB323BE80}"/>
              </a:ext>
            </a:extLst>
          </p:cNvPr>
          <p:cNvCxnSpPr>
            <a:cxnSpLocks/>
          </p:cNvCxnSpPr>
          <p:nvPr/>
        </p:nvCxnSpPr>
        <p:spPr>
          <a:xfrm>
            <a:off x="3069618" y="4053501"/>
            <a:ext cx="3881738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9" name="그림 90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481665-22EA-B653-2DDA-25761AFDF7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28" t="25990" r="3161" b="25503"/>
          <a:stretch>
            <a:fillRect/>
          </a:stretch>
        </p:blipFill>
        <p:spPr>
          <a:xfrm>
            <a:off x="7555770" y="3779712"/>
            <a:ext cx="722543" cy="378847"/>
          </a:xfrm>
          <a:prstGeom prst="rect">
            <a:avLst/>
          </a:prstGeom>
        </p:spPr>
      </p:pic>
      <p:cxnSp>
        <p:nvCxnSpPr>
          <p:cNvPr id="910" name="직선 화살표 연결선 909">
            <a:extLst>
              <a:ext uri="{FF2B5EF4-FFF2-40B4-BE49-F238E27FC236}">
                <a16:creationId xmlns:a16="http://schemas.microsoft.com/office/drawing/2014/main" id="{17A6E7FC-6DE9-9E4C-E479-23CD2F218DC0}"/>
              </a:ext>
            </a:extLst>
          </p:cNvPr>
          <p:cNvCxnSpPr>
            <a:cxnSpLocks/>
            <a:endCxn id="1864" idx="0"/>
          </p:cNvCxnSpPr>
          <p:nvPr/>
        </p:nvCxnSpPr>
        <p:spPr>
          <a:xfrm>
            <a:off x="6953304" y="4050658"/>
            <a:ext cx="0" cy="384614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직선 화살표 연결선 912">
            <a:extLst>
              <a:ext uri="{FF2B5EF4-FFF2-40B4-BE49-F238E27FC236}">
                <a16:creationId xmlns:a16="http://schemas.microsoft.com/office/drawing/2014/main" id="{52DFD4C7-4CAA-FA02-416F-0E0666F6862E}"/>
              </a:ext>
            </a:extLst>
          </p:cNvPr>
          <p:cNvCxnSpPr>
            <a:cxnSpLocks/>
          </p:cNvCxnSpPr>
          <p:nvPr/>
        </p:nvCxnSpPr>
        <p:spPr>
          <a:xfrm>
            <a:off x="8404430" y="3667633"/>
            <a:ext cx="0" cy="767639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[R] 920">
            <a:extLst>
              <a:ext uri="{FF2B5EF4-FFF2-40B4-BE49-F238E27FC236}">
                <a16:creationId xmlns:a16="http://schemas.microsoft.com/office/drawing/2014/main" id="{1D0E5689-A379-11A9-9A3F-18FF0922996E}"/>
              </a:ext>
            </a:extLst>
          </p:cNvPr>
          <p:cNvCxnSpPr>
            <a:cxnSpLocks/>
          </p:cNvCxnSpPr>
          <p:nvPr/>
        </p:nvCxnSpPr>
        <p:spPr>
          <a:xfrm>
            <a:off x="3069618" y="3295240"/>
            <a:ext cx="6977386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직선 화살표 연결선 922">
            <a:extLst>
              <a:ext uri="{FF2B5EF4-FFF2-40B4-BE49-F238E27FC236}">
                <a16:creationId xmlns:a16="http://schemas.microsoft.com/office/drawing/2014/main" id="{AEC5EE31-8168-65AF-A745-05AAC8066A43}"/>
              </a:ext>
            </a:extLst>
          </p:cNvPr>
          <p:cNvCxnSpPr>
            <a:cxnSpLocks/>
          </p:cNvCxnSpPr>
          <p:nvPr/>
        </p:nvCxnSpPr>
        <p:spPr>
          <a:xfrm>
            <a:off x="10072974" y="3273974"/>
            <a:ext cx="0" cy="1161298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직선 연결선[R] 929">
            <a:extLst>
              <a:ext uri="{FF2B5EF4-FFF2-40B4-BE49-F238E27FC236}">
                <a16:creationId xmlns:a16="http://schemas.microsoft.com/office/drawing/2014/main" id="{CD034110-3F69-EF66-7254-3AC858386262}"/>
              </a:ext>
            </a:extLst>
          </p:cNvPr>
          <p:cNvCxnSpPr>
            <a:cxnSpLocks/>
          </p:cNvCxnSpPr>
          <p:nvPr/>
        </p:nvCxnSpPr>
        <p:spPr>
          <a:xfrm flipV="1">
            <a:off x="6951958" y="5370717"/>
            <a:ext cx="0" cy="339553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직선 연결선[R] 942">
            <a:extLst>
              <a:ext uri="{FF2B5EF4-FFF2-40B4-BE49-F238E27FC236}">
                <a16:creationId xmlns:a16="http://schemas.microsoft.com/office/drawing/2014/main" id="{D9D716A9-2BD2-7E9F-CAAC-19EA1DF19CFD}"/>
              </a:ext>
            </a:extLst>
          </p:cNvPr>
          <p:cNvCxnSpPr>
            <a:cxnSpLocks/>
          </p:cNvCxnSpPr>
          <p:nvPr/>
        </p:nvCxnSpPr>
        <p:spPr>
          <a:xfrm flipV="1">
            <a:off x="10081055" y="5370717"/>
            <a:ext cx="0" cy="1242475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TextBox 949">
                <a:extLst>
                  <a:ext uri="{FF2B5EF4-FFF2-40B4-BE49-F238E27FC236}">
                    <a16:creationId xmlns:a16="http://schemas.microsoft.com/office/drawing/2014/main" id="{D95F40C5-4A47-6C33-6892-C7419E2B5494}"/>
                  </a:ext>
                </a:extLst>
              </p:cNvPr>
              <p:cNvSpPr txBox="1"/>
              <p:nvPr/>
            </p:nvSpPr>
            <p:spPr>
              <a:xfrm>
                <a:off x="3421437" y="5061236"/>
                <a:ext cx="10278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0" i="0" dirty="0" smtClean="0">
                          <a:latin typeface="Cambria Math" panose="02040503050406030204" pitchFamily="18" charset="0"/>
                        </a:rPr>
                        <m:t>Update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50" name="TextBox 949">
                <a:extLst>
                  <a:ext uri="{FF2B5EF4-FFF2-40B4-BE49-F238E27FC236}">
                    <a16:creationId xmlns:a16="http://schemas.microsoft.com/office/drawing/2014/main" id="{D95F40C5-4A47-6C33-6892-C7419E2B5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437" y="5061236"/>
                <a:ext cx="1027845" cy="400110"/>
              </a:xfrm>
              <a:prstGeom prst="rect">
                <a:avLst/>
              </a:prstGeom>
              <a:blipFill>
                <a:blip r:embed="rId17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TextBox 950">
                <a:extLst>
                  <a:ext uri="{FF2B5EF4-FFF2-40B4-BE49-F238E27FC236}">
                    <a16:creationId xmlns:a16="http://schemas.microsoft.com/office/drawing/2014/main" id="{4CCE33DE-8E12-D4B2-4F2B-9CE43CE901BA}"/>
                  </a:ext>
                </a:extLst>
              </p:cNvPr>
              <p:cNvSpPr txBox="1"/>
              <p:nvPr/>
            </p:nvSpPr>
            <p:spPr>
              <a:xfrm>
                <a:off x="10034054" y="3663983"/>
                <a:ext cx="6014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800" b="1" i="0" dirty="0" smtClean="0">
                          <a:latin typeface="Cambria Math" panose="02040503050406030204" pitchFamily="18" charset="0"/>
                        </a:rPr>
                        <m:t>𝓐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51" name="TextBox 950">
                <a:extLst>
                  <a:ext uri="{FF2B5EF4-FFF2-40B4-BE49-F238E27FC236}">
                    <a16:creationId xmlns:a16="http://schemas.microsoft.com/office/drawing/2014/main" id="{4CCE33DE-8E12-D4B2-4F2B-9CE43CE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4054" y="3663983"/>
                <a:ext cx="60144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6360CA0-9550-56B0-0E2F-ABDA28091251}"/>
                  </a:ext>
                </a:extLst>
              </p:cNvPr>
              <p:cNvSpPr txBox="1"/>
              <p:nvPr/>
            </p:nvSpPr>
            <p:spPr>
              <a:xfrm>
                <a:off x="2980791" y="2959316"/>
                <a:ext cx="11961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1" i="0" dirty="0" smtClean="0">
                          <a:latin typeface="Cambria Math" panose="02040503050406030204" pitchFamily="18" charset="0"/>
                        </a:rPr>
                        <m:t>Traverse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6360CA0-9550-56B0-0E2F-ABDA28091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791" y="2959316"/>
                <a:ext cx="1196161" cy="400110"/>
              </a:xfrm>
              <a:prstGeom prst="rect">
                <a:avLst/>
              </a:prstGeom>
              <a:blipFill>
                <a:blip r:embed="rId19"/>
                <a:stretch>
                  <a:fillRect t="-6061" r="-7368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5A14847B-8B65-1D4C-9131-E811A68D82E6}"/>
                  </a:ext>
                </a:extLst>
              </p:cNvPr>
              <p:cNvSpPr txBox="1"/>
              <p:nvPr/>
            </p:nvSpPr>
            <p:spPr>
              <a:xfrm>
                <a:off x="2980791" y="3322326"/>
                <a:ext cx="7312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1" i="0" dirty="0" smtClean="0">
                          <a:latin typeface="Cambria Math" panose="02040503050406030204" pitchFamily="18" charset="0"/>
                        </a:rPr>
                        <m:t>Stop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5A14847B-8B65-1D4C-9131-E811A68D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791" y="3322326"/>
                <a:ext cx="731290" cy="400110"/>
              </a:xfrm>
              <a:prstGeom prst="rect">
                <a:avLst/>
              </a:prstGeom>
              <a:blipFill>
                <a:blip r:embed="rId20"/>
                <a:stretch>
                  <a:fillRect t="-6061" r="-11864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208712AF-76B2-C3FE-5212-2EFBB6C4B490}"/>
                  </a:ext>
                </a:extLst>
              </p:cNvPr>
              <p:cNvSpPr txBox="1"/>
              <p:nvPr/>
            </p:nvSpPr>
            <p:spPr>
              <a:xfrm>
                <a:off x="2980791" y="3733533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kumimoji="1" lang="en-US" altLang="ko-KR" sz="2000" b="1" i="0" dirty="0" smtClean="0">
                          <a:latin typeface="Cambria Math" panose="02040503050406030204" pitchFamily="18" charset="0"/>
                        </a:rPr>
                        <m:t>lan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208712AF-76B2-C3FE-5212-2EFBB6C4B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791" y="3733533"/>
                <a:ext cx="723275" cy="400110"/>
              </a:xfrm>
              <a:prstGeom prst="rect">
                <a:avLst/>
              </a:prstGeom>
              <a:blipFill>
                <a:blip r:embed="rId21"/>
                <a:stretch>
                  <a:fillRect t="-6061" r="-12069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3" name="Picture 6" descr="Parameter - Free icons">
            <a:extLst>
              <a:ext uri="{FF2B5EF4-FFF2-40B4-BE49-F238E27FC236}">
                <a16:creationId xmlns:a16="http://schemas.microsoft.com/office/drawing/2014/main" id="{10F91074-15CF-2B7C-432C-611325DF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928" y="2766410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F0746203-37FD-B372-8096-3AFD613CB5A8}"/>
                  </a:ext>
                </a:extLst>
              </p:cNvPr>
              <p:cNvSpPr txBox="1"/>
              <p:nvPr/>
            </p:nvSpPr>
            <p:spPr>
              <a:xfrm>
                <a:off x="6770435" y="2675235"/>
                <a:ext cx="3761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F0746203-37FD-B372-8096-3AFD613CB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435" y="2675235"/>
                <a:ext cx="376193" cy="430887"/>
              </a:xfrm>
              <a:prstGeom prst="rect">
                <a:avLst/>
              </a:prstGeom>
              <a:blipFill>
                <a:blip r:embed="rId22"/>
                <a:stretch>
                  <a:fillRect l="-13333" r="-3333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A3548F61-2BD3-F319-019D-9E103D42BB17}"/>
                  </a:ext>
                </a:extLst>
              </p:cNvPr>
              <p:cNvSpPr txBox="1"/>
              <p:nvPr/>
            </p:nvSpPr>
            <p:spPr>
              <a:xfrm>
                <a:off x="7674002" y="2735898"/>
                <a:ext cx="81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𝑎𝑛𝑐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 xmlns="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A3548F61-2BD3-F319-019D-9E103D42B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02" y="2735898"/>
                <a:ext cx="819455" cy="430887"/>
              </a:xfrm>
              <a:prstGeom prst="rect">
                <a:avLst/>
              </a:prstGeom>
              <a:blipFill>
                <a:blip r:embed="rId23"/>
                <a:stretch>
                  <a:fillRect l="-10769" r="-1538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75F6E8B0-F5D5-47B3-A987-AD60CC29AEA5}"/>
                  </a:ext>
                </a:extLst>
              </p:cNvPr>
              <p:cNvSpPr txBox="1"/>
              <p:nvPr/>
            </p:nvSpPr>
            <p:spPr>
              <a:xfrm>
                <a:off x="5839054" y="2708692"/>
                <a:ext cx="3980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75F6E8B0-F5D5-47B3-A987-AD60CC29A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054" y="2708692"/>
                <a:ext cx="398058" cy="430887"/>
              </a:xfrm>
              <a:prstGeom prst="rect">
                <a:avLst/>
              </a:prstGeom>
              <a:blipFill>
                <a:blip r:embed="rId24"/>
                <a:stretch>
                  <a:fillRect l="-18182" r="-303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D68B25B5-953E-F0AB-2796-DF0C4D0DF1E8}"/>
                  </a:ext>
                </a:extLst>
              </p:cNvPr>
              <p:cNvSpPr txBox="1"/>
              <p:nvPr/>
            </p:nvSpPr>
            <p:spPr>
              <a:xfrm>
                <a:off x="86485" y="3764190"/>
                <a:ext cx="29034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solidFill>
                            <a:srgbClr val="812DE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𝓖</m:t>
                      </m:r>
                    </m:oMath>
                  </m:oMathPara>
                </a14:m>
                <a:endParaRPr lang="ko-KR" altLang="en-US" sz="2000" b="1" dirty="0">
                  <a:solidFill>
                    <a:srgbClr val="812DE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D68B25B5-953E-F0AB-2796-DF0C4D0DF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5" y="3764190"/>
                <a:ext cx="290344" cy="307777"/>
              </a:xfrm>
              <a:prstGeom prst="rect">
                <a:avLst/>
              </a:prstGeom>
              <a:blipFill>
                <a:blip r:embed="rId30"/>
                <a:stretch>
                  <a:fillRect l="-16667" r="-16667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8280A80D-BE85-C13C-4946-913761625590}"/>
                  </a:ext>
                </a:extLst>
              </p:cNvPr>
              <p:cNvSpPr txBox="1"/>
              <p:nvPr/>
            </p:nvSpPr>
            <p:spPr>
              <a:xfrm>
                <a:off x="1630358" y="6049717"/>
                <a:ext cx="83926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 xmlns=""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8280A80D-BE85-C13C-4946-913761625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58" y="6049717"/>
                <a:ext cx="839268" cy="430887"/>
              </a:xfrm>
              <a:prstGeom prst="rect">
                <a:avLst/>
              </a:prstGeom>
              <a:blipFill>
                <a:blip r:embed="rId31"/>
                <a:stretch>
                  <a:fillRect l="-10448" r="-2985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8" name="Picture 4" descr="Free Check SVG, PNG Icon, Symbol. Download Image.">
            <a:extLst>
              <a:ext uri="{FF2B5EF4-FFF2-40B4-BE49-F238E27FC236}">
                <a16:creationId xmlns:a16="http://schemas.microsoft.com/office/drawing/2014/main" id="{2CF80B50-215B-2BA9-87CE-E4245D9AA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569" y="9403334"/>
            <a:ext cx="532590" cy="53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4" descr="Free Check SVG, PNG Icon, Symbol. Download Image.">
            <a:extLst>
              <a:ext uri="{FF2B5EF4-FFF2-40B4-BE49-F238E27FC236}">
                <a16:creationId xmlns:a16="http://schemas.microsoft.com/office/drawing/2014/main" id="{678B3773-6E06-BE45-BE04-64FEA3C9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715" y="10467481"/>
            <a:ext cx="532590" cy="53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1EB653A9-ED49-0264-13D7-CADED04738C8}"/>
                  </a:ext>
                </a:extLst>
              </p:cNvPr>
              <p:cNvSpPr txBox="1"/>
              <p:nvPr/>
            </p:nvSpPr>
            <p:spPr>
              <a:xfrm>
                <a:off x="8166486" y="8213810"/>
                <a:ext cx="9605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0" i="0" dirty="0" smtClean="0">
                          <a:solidFill>
                            <a:srgbClr val="6262F7"/>
                          </a:solidFill>
                          <a:latin typeface="Cambria Math" panose="02040503050406030204" pitchFamily="18" charset="0"/>
                        </a:rPr>
                        <m:t>Solved</m:t>
                      </m:r>
                    </m:oMath>
                  </m:oMathPara>
                </a14:m>
                <a:endParaRPr lang="en-US" dirty="0">
                  <a:solidFill>
                    <a:srgbClr val="6262F7"/>
                  </a:solidFill>
                </a:endParaRPr>
              </a:p>
            </p:txBody>
          </p:sp>
        </mc:Choice>
        <mc:Fallback xmlns="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1EB653A9-ED49-0264-13D7-CADED047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486" y="8213810"/>
                <a:ext cx="960519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B130AF23-F537-0DCE-79C7-F859175D7C31}"/>
                  </a:ext>
                </a:extLst>
              </p:cNvPr>
              <p:cNvSpPr txBox="1"/>
              <p:nvPr/>
            </p:nvSpPr>
            <p:spPr>
              <a:xfrm>
                <a:off x="8166486" y="9040354"/>
                <a:ext cx="9605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0" i="0" dirty="0" smtClean="0">
                          <a:solidFill>
                            <a:srgbClr val="6262F7"/>
                          </a:solidFill>
                          <a:latin typeface="Cambria Math" panose="02040503050406030204" pitchFamily="18" charset="0"/>
                        </a:rPr>
                        <m:t>Solved</m:t>
                      </m:r>
                    </m:oMath>
                  </m:oMathPara>
                </a14:m>
                <a:endParaRPr lang="en-US">
                  <a:solidFill>
                    <a:srgbClr val="6262F7"/>
                  </a:solidFill>
                </a:endParaRPr>
              </a:p>
            </p:txBody>
          </p:sp>
        </mc:Choice>
        <mc:Fallback xmlns=""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B130AF23-F537-0DCE-79C7-F859175D7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486" y="9040354"/>
                <a:ext cx="960519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3" name="TextBox 1062">
                <a:extLst>
                  <a:ext uri="{FF2B5EF4-FFF2-40B4-BE49-F238E27FC236}">
                    <a16:creationId xmlns:a16="http://schemas.microsoft.com/office/drawing/2014/main" id="{D92B98F2-3293-1AC2-6490-921480A2D3B0}"/>
                  </a:ext>
                </a:extLst>
              </p:cNvPr>
              <p:cNvSpPr txBox="1"/>
              <p:nvPr/>
            </p:nvSpPr>
            <p:spPr>
              <a:xfrm>
                <a:off x="8179392" y="9902997"/>
                <a:ext cx="14975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0" i="0" dirty="0" smtClean="0">
                          <a:solidFill>
                            <a:srgbClr val="812CF0"/>
                          </a:solidFill>
                          <a:latin typeface="Cambria Math" panose="02040503050406030204" pitchFamily="18" charset="0"/>
                        </a:rPr>
                        <m:t>Deprecated</m:t>
                      </m:r>
                    </m:oMath>
                  </m:oMathPara>
                </a14:m>
                <a:endParaRPr lang="en-US" dirty="0">
                  <a:solidFill>
                    <a:srgbClr val="6262F7"/>
                  </a:solidFill>
                </a:endParaRPr>
              </a:p>
            </p:txBody>
          </p:sp>
        </mc:Choice>
        <mc:Fallback xmlns="">
          <p:sp>
            <p:nvSpPr>
              <p:cNvPr id="1063" name="TextBox 1062">
                <a:extLst>
                  <a:ext uri="{FF2B5EF4-FFF2-40B4-BE49-F238E27FC236}">
                    <a16:creationId xmlns:a16="http://schemas.microsoft.com/office/drawing/2014/main" id="{D92B98F2-3293-1AC2-6490-921480A2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392" y="9902997"/>
                <a:ext cx="1497526" cy="400110"/>
              </a:xfrm>
              <a:prstGeom prst="rect">
                <a:avLst/>
              </a:prstGeom>
              <a:blipFill>
                <a:blip r:embed="rId38"/>
                <a:stretch>
                  <a:fillRect l="-169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438EE0FC-EFAE-D836-2BD9-1F64C1E4D327}"/>
                  </a:ext>
                </a:extLst>
              </p:cNvPr>
              <p:cNvSpPr txBox="1"/>
              <p:nvPr/>
            </p:nvSpPr>
            <p:spPr>
              <a:xfrm>
                <a:off x="8166486" y="10699997"/>
                <a:ext cx="9605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b="0" i="0" dirty="0" smtClean="0">
                          <a:solidFill>
                            <a:srgbClr val="6262F7"/>
                          </a:solidFill>
                          <a:latin typeface="Cambria Math" panose="02040503050406030204" pitchFamily="18" charset="0"/>
                        </a:rPr>
                        <m:t>Solved</m:t>
                      </m:r>
                    </m:oMath>
                  </m:oMathPara>
                </a14:m>
                <a:endParaRPr lang="en-US">
                  <a:solidFill>
                    <a:srgbClr val="6262F7"/>
                  </a:solidFill>
                </a:endParaRPr>
              </a:p>
            </p:txBody>
          </p:sp>
        </mc:Choice>
        <mc:Fallback xmlns=""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438EE0FC-EFAE-D836-2BD9-1F64C1E4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486" y="10699997"/>
                <a:ext cx="960519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7" name="TextBox 1076">
                <a:extLst>
                  <a:ext uri="{FF2B5EF4-FFF2-40B4-BE49-F238E27FC236}">
                    <a16:creationId xmlns:a16="http://schemas.microsoft.com/office/drawing/2014/main" id="{6D7F3542-F8DF-12EC-9A32-0B41FD0C4233}"/>
                  </a:ext>
                </a:extLst>
              </p:cNvPr>
              <p:cNvSpPr txBox="1"/>
              <p:nvPr/>
            </p:nvSpPr>
            <p:spPr>
              <a:xfrm>
                <a:off x="11480616" y="9216783"/>
                <a:ext cx="2345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i="1" dirty="0">
                  <a:solidFill>
                    <a:srgbClr val="6262F7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77" name="TextBox 1076">
                <a:extLst>
                  <a:ext uri="{FF2B5EF4-FFF2-40B4-BE49-F238E27FC236}">
                    <a16:creationId xmlns:a16="http://schemas.microsoft.com/office/drawing/2014/main" id="{6D7F3542-F8DF-12EC-9A32-0B41FD0C4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616" y="9216783"/>
                <a:ext cx="234551" cy="246221"/>
              </a:xfrm>
              <a:prstGeom prst="rect">
                <a:avLst/>
              </a:prstGeom>
              <a:blipFill>
                <a:blip r:embed="rId40"/>
                <a:stretch>
                  <a:fillRect l="-10000" r="-1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7" name="사각형: 둥근 모서리 146">
            <a:extLst>
              <a:ext uri="{FF2B5EF4-FFF2-40B4-BE49-F238E27FC236}">
                <a16:creationId xmlns:a16="http://schemas.microsoft.com/office/drawing/2014/main" id="{D70C073E-1845-64B8-A1CB-AD7F8234DE99}"/>
              </a:ext>
            </a:extLst>
          </p:cNvPr>
          <p:cNvSpPr/>
          <p:nvPr/>
        </p:nvSpPr>
        <p:spPr>
          <a:xfrm>
            <a:off x="13042764" y="10492308"/>
            <a:ext cx="1617020" cy="584201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18" name="Picture 2" descr="Webpage - Free seo and web icons">
            <a:extLst>
              <a:ext uri="{FF2B5EF4-FFF2-40B4-BE49-F238E27FC236}">
                <a16:creationId xmlns:a16="http://schemas.microsoft.com/office/drawing/2014/main" id="{58975A7C-1C8D-8A99-8472-F9EB872234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2855729" y="10319037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9" name="사각형: 둥근 모서리 150">
            <a:extLst>
              <a:ext uri="{FF2B5EF4-FFF2-40B4-BE49-F238E27FC236}">
                <a16:creationId xmlns:a16="http://schemas.microsoft.com/office/drawing/2014/main" id="{D762AFF2-B42B-07B1-2DED-A91EDD99A384}"/>
              </a:ext>
            </a:extLst>
          </p:cNvPr>
          <p:cNvSpPr/>
          <p:nvPr/>
        </p:nvSpPr>
        <p:spPr>
          <a:xfrm>
            <a:off x="10841508" y="10245477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20" name="Picture 6" descr="Parameter - Free icons">
            <a:extLst>
              <a:ext uri="{FF2B5EF4-FFF2-40B4-BE49-F238E27FC236}">
                <a16:creationId xmlns:a16="http://schemas.microsoft.com/office/drawing/2014/main" id="{9DD7B22E-C192-C9A0-F67A-DECB35EC5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6387" y="10480437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1" name="TextBox 1220">
                <a:extLst>
                  <a:ext uri="{FF2B5EF4-FFF2-40B4-BE49-F238E27FC236}">
                    <a16:creationId xmlns:a16="http://schemas.microsoft.com/office/drawing/2014/main" id="{371ACC43-04DC-013F-B542-43DAC070DA89}"/>
                  </a:ext>
                </a:extLst>
              </p:cNvPr>
              <p:cNvSpPr txBox="1"/>
              <p:nvPr/>
            </p:nvSpPr>
            <p:spPr>
              <a:xfrm>
                <a:off x="10780687" y="1024547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21" name="TextBox 1220">
                <a:extLst>
                  <a:ext uri="{FF2B5EF4-FFF2-40B4-BE49-F238E27FC236}">
                    <a16:creationId xmlns:a16="http://schemas.microsoft.com/office/drawing/2014/main" id="{371ACC43-04DC-013F-B542-43DAC070D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687" y="10245477"/>
                <a:ext cx="432874" cy="338554"/>
              </a:xfrm>
              <a:prstGeom prst="rect">
                <a:avLst/>
              </a:prstGeom>
              <a:blipFill>
                <a:blip r:embed="rId5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D47F6C95-E610-E253-467F-DF455E6E62CB}"/>
                  </a:ext>
                </a:extLst>
              </p:cNvPr>
              <p:cNvSpPr txBox="1"/>
              <p:nvPr/>
            </p:nvSpPr>
            <p:spPr>
              <a:xfrm>
                <a:off x="11480616" y="10291643"/>
                <a:ext cx="2345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i="1" dirty="0">
                  <a:solidFill>
                    <a:srgbClr val="6262F7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D47F6C95-E610-E253-467F-DF455E6E6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616" y="10291643"/>
                <a:ext cx="234551" cy="246221"/>
              </a:xfrm>
              <a:prstGeom prst="rect">
                <a:avLst/>
              </a:prstGeom>
              <a:blipFill>
                <a:blip r:embed="rId51"/>
                <a:stretch>
                  <a:fillRect l="-10000" r="-100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6" name="Picture 6" descr="문자 x 아이콘 Generic color fill | Freepik">
            <a:extLst>
              <a:ext uri="{FF2B5EF4-FFF2-40B4-BE49-F238E27FC236}">
                <a16:creationId xmlns:a16="http://schemas.microsoft.com/office/drawing/2014/main" id="{78D756A0-AEE6-251F-F04C-58A221B5F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0236" y="10529921"/>
            <a:ext cx="464981" cy="46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99" name="그룹 1398">
            <a:extLst>
              <a:ext uri="{FF2B5EF4-FFF2-40B4-BE49-F238E27FC236}">
                <a16:creationId xmlns:a16="http://schemas.microsoft.com/office/drawing/2014/main" id="{9DE9F36C-C6DB-1D7A-2D8A-877C486F4C59}"/>
              </a:ext>
            </a:extLst>
          </p:cNvPr>
          <p:cNvGrpSpPr/>
          <p:nvPr/>
        </p:nvGrpSpPr>
        <p:grpSpPr>
          <a:xfrm>
            <a:off x="7332638" y="7440056"/>
            <a:ext cx="10208237" cy="3627492"/>
            <a:chOff x="7734576" y="7639395"/>
            <a:chExt cx="10208237" cy="3627492"/>
          </a:xfrm>
        </p:grpSpPr>
        <p:sp>
          <p:nvSpPr>
            <p:cNvPr id="2116" name="모서리가 둥근 사각형 설명선[R] 980">
              <a:extLst>
                <a:ext uri="{FF2B5EF4-FFF2-40B4-BE49-F238E27FC236}">
                  <a16:creationId xmlns:a16="http://schemas.microsoft.com/office/drawing/2014/main" id="{1E83A5AE-6A9C-AC40-E3F6-A3718602E021}"/>
                </a:ext>
              </a:extLst>
            </p:cNvPr>
            <p:cNvSpPr/>
            <p:nvPr/>
          </p:nvSpPr>
          <p:spPr>
            <a:xfrm>
              <a:off x="9924122" y="7639395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18" name="모서리가 둥근 사각형 설명선[R] 980">
              <a:extLst>
                <a:ext uri="{FF2B5EF4-FFF2-40B4-BE49-F238E27FC236}">
                  <a16:creationId xmlns:a16="http://schemas.microsoft.com/office/drawing/2014/main" id="{A09AF1B3-AA49-79AA-4072-A10BAF0073F4}"/>
                </a:ext>
              </a:extLst>
            </p:cNvPr>
            <p:cNvSpPr/>
            <p:nvPr/>
          </p:nvSpPr>
          <p:spPr>
            <a:xfrm>
              <a:off x="7734576" y="8379215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21" name="모서리가 둥근 사각형 설명선[R] 980">
              <a:extLst>
                <a:ext uri="{FF2B5EF4-FFF2-40B4-BE49-F238E27FC236}">
                  <a16:creationId xmlns:a16="http://schemas.microsoft.com/office/drawing/2014/main" id="{D942E832-09F1-B4E9-08CC-C6343D087F3F}"/>
                </a:ext>
              </a:extLst>
            </p:cNvPr>
            <p:cNvSpPr/>
            <p:nvPr/>
          </p:nvSpPr>
          <p:spPr>
            <a:xfrm>
              <a:off x="7734576" y="10039729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24" name="모서리가 둥근 사각형 설명선[R] 980">
              <a:extLst>
                <a:ext uri="{FF2B5EF4-FFF2-40B4-BE49-F238E27FC236}">
                  <a16:creationId xmlns:a16="http://schemas.microsoft.com/office/drawing/2014/main" id="{A8A4A946-F914-6AEE-B5C8-902910F28C92}"/>
                </a:ext>
              </a:extLst>
            </p:cNvPr>
            <p:cNvSpPr/>
            <p:nvPr/>
          </p:nvSpPr>
          <p:spPr>
            <a:xfrm>
              <a:off x="7734576" y="9203215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30" name="모서리가 둥근 사각형 설명선[R] 980">
              <a:extLst>
                <a:ext uri="{FF2B5EF4-FFF2-40B4-BE49-F238E27FC236}">
                  <a16:creationId xmlns:a16="http://schemas.microsoft.com/office/drawing/2014/main" id="{E3C5B5AD-94C0-BAE2-832D-AA873932E016}"/>
                </a:ext>
              </a:extLst>
            </p:cNvPr>
            <p:cNvSpPr/>
            <p:nvPr/>
          </p:nvSpPr>
          <p:spPr>
            <a:xfrm>
              <a:off x="9848546" y="8366178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FFF"/>
            </a:solidFill>
            <a:ln w="28575">
              <a:solidFill>
                <a:srgbClr val="812C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812C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1" lang="ko-KR" altLang="en-US" sz="2800" b="1" dirty="0">
                <a:solidFill>
                  <a:srgbClr val="812C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31" name="모서리가 둥근 사각형 설명선[R] 980">
              <a:extLst>
                <a:ext uri="{FF2B5EF4-FFF2-40B4-BE49-F238E27FC236}">
                  <a16:creationId xmlns:a16="http://schemas.microsoft.com/office/drawing/2014/main" id="{3E29B9A4-C445-F203-24C2-A76A95B99003}"/>
                </a:ext>
              </a:extLst>
            </p:cNvPr>
            <p:cNvSpPr/>
            <p:nvPr/>
          </p:nvSpPr>
          <p:spPr>
            <a:xfrm>
              <a:off x="9848546" y="9203215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FFF"/>
            </a:solidFill>
            <a:ln w="28575">
              <a:solidFill>
                <a:srgbClr val="812C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>
                  <a:solidFill>
                    <a:srgbClr val="812C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1" lang="ko-KR" altLang="en-US" sz="2800" b="1" dirty="0">
                <a:solidFill>
                  <a:srgbClr val="812C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2" name="모서리가 둥근 사각형 설명선[R] 980">
              <a:extLst>
                <a:ext uri="{FF2B5EF4-FFF2-40B4-BE49-F238E27FC236}">
                  <a16:creationId xmlns:a16="http://schemas.microsoft.com/office/drawing/2014/main" id="{A04D2194-ADE8-6128-7665-B521CFFA10C1}"/>
                </a:ext>
              </a:extLst>
            </p:cNvPr>
            <p:cNvSpPr/>
            <p:nvPr/>
          </p:nvSpPr>
          <p:spPr>
            <a:xfrm>
              <a:off x="11445925" y="9701240"/>
              <a:ext cx="424290" cy="291726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0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3" name="모서리가 둥근 사각형 설명선[R] 980">
              <a:extLst>
                <a:ext uri="{FF2B5EF4-FFF2-40B4-BE49-F238E27FC236}">
                  <a16:creationId xmlns:a16="http://schemas.microsoft.com/office/drawing/2014/main" id="{9380AC49-88FC-0BE5-F6C6-16463A884BAB}"/>
                </a:ext>
              </a:extLst>
            </p:cNvPr>
            <p:cNvSpPr/>
            <p:nvPr/>
          </p:nvSpPr>
          <p:spPr>
            <a:xfrm>
              <a:off x="15921630" y="10763144"/>
              <a:ext cx="424290" cy="291726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0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5" name="모서리가 둥근 사각형 설명선[R] 980">
              <a:extLst>
                <a:ext uri="{FF2B5EF4-FFF2-40B4-BE49-F238E27FC236}">
                  <a16:creationId xmlns:a16="http://schemas.microsoft.com/office/drawing/2014/main" id="{92D129EF-04A0-28C5-4CA2-492BE4AE12E7}"/>
                </a:ext>
              </a:extLst>
            </p:cNvPr>
            <p:cNvSpPr/>
            <p:nvPr/>
          </p:nvSpPr>
          <p:spPr>
            <a:xfrm>
              <a:off x="7734576" y="10863214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7" name="모서리가 둥근 사각형 설명선[R] 980">
              <a:extLst>
                <a:ext uri="{FF2B5EF4-FFF2-40B4-BE49-F238E27FC236}">
                  <a16:creationId xmlns:a16="http://schemas.microsoft.com/office/drawing/2014/main" id="{95DFD851-EF36-74DF-11E8-956959439D1B}"/>
                </a:ext>
              </a:extLst>
            </p:cNvPr>
            <p:cNvSpPr/>
            <p:nvPr/>
          </p:nvSpPr>
          <p:spPr>
            <a:xfrm>
              <a:off x="9848546" y="10863214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FFF"/>
            </a:solidFill>
            <a:ln w="28575">
              <a:solidFill>
                <a:srgbClr val="812C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>
                  <a:solidFill>
                    <a:srgbClr val="812CF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1" lang="ko-KR" altLang="en-US" sz="2800" b="1" dirty="0">
                <a:solidFill>
                  <a:srgbClr val="812C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8" name="모서리가 둥근 사각형 설명선[R] 980">
              <a:extLst>
                <a:ext uri="{FF2B5EF4-FFF2-40B4-BE49-F238E27FC236}">
                  <a16:creationId xmlns:a16="http://schemas.microsoft.com/office/drawing/2014/main" id="{BDE13240-2B85-5738-2019-36CE1FE38B27}"/>
                </a:ext>
              </a:extLst>
            </p:cNvPr>
            <p:cNvSpPr/>
            <p:nvPr/>
          </p:nvSpPr>
          <p:spPr>
            <a:xfrm>
              <a:off x="11876276" y="8537722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0" name="모서리가 둥근 사각형 설명선[R] 980">
              <a:extLst>
                <a:ext uri="{FF2B5EF4-FFF2-40B4-BE49-F238E27FC236}">
                  <a16:creationId xmlns:a16="http://schemas.microsoft.com/office/drawing/2014/main" id="{E425EFDA-F070-FA9E-7117-5D8BDD787B1A}"/>
                </a:ext>
              </a:extLst>
            </p:cNvPr>
            <p:cNvSpPr/>
            <p:nvPr/>
          </p:nvSpPr>
          <p:spPr>
            <a:xfrm>
              <a:off x="13042879" y="8515384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4" name="모서리가 둥근 사각형 설명선[R] 980">
              <a:extLst>
                <a:ext uri="{FF2B5EF4-FFF2-40B4-BE49-F238E27FC236}">
                  <a16:creationId xmlns:a16="http://schemas.microsoft.com/office/drawing/2014/main" id="{C613CA45-1157-ECF6-93CF-DCD00FBFE761}"/>
                </a:ext>
              </a:extLst>
            </p:cNvPr>
            <p:cNvSpPr/>
            <p:nvPr/>
          </p:nvSpPr>
          <p:spPr>
            <a:xfrm>
              <a:off x="14212379" y="8514780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6" name="모서리가 둥근 사각형 설명선[R] 980">
              <a:extLst>
                <a:ext uri="{FF2B5EF4-FFF2-40B4-BE49-F238E27FC236}">
                  <a16:creationId xmlns:a16="http://schemas.microsoft.com/office/drawing/2014/main" id="{472CB24B-FBF6-1C2B-FD28-94D09427376A}"/>
                </a:ext>
              </a:extLst>
            </p:cNvPr>
            <p:cNvSpPr/>
            <p:nvPr/>
          </p:nvSpPr>
          <p:spPr>
            <a:xfrm>
              <a:off x="17355706" y="9576834"/>
              <a:ext cx="587107" cy="403673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8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6" name="모서리가 둥근 사각형 설명선[R] 980">
              <a:extLst>
                <a:ext uri="{FF2B5EF4-FFF2-40B4-BE49-F238E27FC236}">
                  <a16:creationId xmlns:a16="http://schemas.microsoft.com/office/drawing/2014/main" id="{7626A57B-B8D8-5986-F853-5B99B053464F}"/>
                </a:ext>
              </a:extLst>
            </p:cNvPr>
            <p:cNvSpPr/>
            <p:nvPr/>
          </p:nvSpPr>
          <p:spPr>
            <a:xfrm>
              <a:off x="11445925" y="10776100"/>
              <a:ext cx="424290" cy="291726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0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6" name="모서리가 둥근 사각형 설명선[R] 980">
              <a:extLst>
                <a:ext uri="{FF2B5EF4-FFF2-40B4-BE49-F238E27FC236}">
                  <a16:creationId xmlns:a16="http://schemas.microsoft.com/office/drawing/2014/main" id="{9605FA09-A3A9-B5FE-0D48-0FAD830B684B}"/>
                </a:ext>
              </a:extLst>
            </p:cNvPr>
            <p:cNvSpPr/>
            <p:nvPr/>
          </p:nvSpPr>
          <p:spPr>
            <a:xfrm>
              <a:off x="15808710" y="8636030"/>
              <a:ext cx="424290" cy="291726"/>
            </a:xfrm>
            <a:prstGeom prst="wedgeRoundRectCallout">
              <a:avLst>
                <a:gd name="adj1" fmla="val -33193"/>
                <a:gd name="adj2" fmla="val 74239"/>
                <a:gd name="adj3" fmla="val 16667"/>
              </a:avLst>
            </a:prstGeom>
            <a:solidFill>
              <a:srgbClr val="E3DEFF"/>
            </a:solidFill>
            <a:ln w="28575">
              <a:solidFill>
                <a:srgbClr val="812D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000" b="1" dirty="0">
                  <a:solidFill>
                    <a:srgbClr val="7047F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kumimoji="1" lang="ko-KR" altLang="en-US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37" name="사각형: 둥근 모서리 146">
            <a:extLst>
              <a:ext uri="{FF2B5EF4-FFF2-40B4-BE49-F238E27FC236}">
                <a16:creationId xmlns:a16="http://schemas.microsoft.com/office/drawing/2014/main" id="{A9C387FC-9C4E-FE0B-A76A-4E7F2D04E765}"/>
              </a:ext>
            </a:extLst>
          </p:cNvPr>
          <p:cNvSpPr/>
          <p:nvPr/>
        </p:nvSpPr>
        <p:spPr>
          <a:xfrm>
            <a:off x="17519439" y="8352238"/>
            <a:ext cx="1263770" cy="584201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40" name="Picture 2" descr="Webpage - Free seo and web icons">
            <a:extLst>
              <a:ext uri="{FF2B5EF4-FFF2-40B4-BE49-F238E27FC236}">
                <a16:creationId xmlns:a16="http://schemas.microsoft.com/office/drawing/2014/main" id="{212BED58-BBCF-C7D7-9078-34B3B09D3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7218514" y="8178967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3" name="사각형: 둥근 모서리 150">
            <a:extLst>
              <a:ext uri="{FF2B5EF4-FFF2-40B4-BE49-F238E27FC236}">
                <a16:creationId xmlns:a16="http://schemas.microsoft.com/office/drawing/2014/main" id="{7FD43861-CD3C-27E2-DC9D-D9A9059D6F39}"/>
              </a:ext>
            </a:extLst>
          </p:cNvPr>
          <p:cNvSpPr/>
          <p:nvPr/>
        </p:nvSpPr>
        <p:spPr>
          <a:xfrm>
            <a:off x="15204293" y="8105407"/>
            <a:ext cx="3966888" cy="924166"/>
          </a:xfrm>
          <a:prstGeom prst="roundRect">
            <a:avLst>
              <a:gd name="adj" fmla="val 6766"/>
            </a:avLst>
          </a:prstGeom>
          <a:noFill/>
          <a:ln>
            <a:solidFill>
              <a:srgbClr val="626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44" name="Picture 6" descr="Parameter - Free icons">
            <a:extLst>
              <a:ext uri="{FF2B5EF4-FFF2-40B4-BE49-F238E27FC236}">
                <a16:creationId xmlns:a16="http://schemas.microsoft.com/office/drawing/2014/main" id="{8CDE0A32-2896-89F3-71E1-B118C0FF4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5591" y="8340367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45" name="TextBox 1244">
                <a:extLst>
                  <a:ext uri="{FF2B5EF4-FFF2-40B4-BE49-F238E27FC236}">
                    <a16:creationId xmlns:a16="http://schemas.microsoft.com/office/drawing/2014/main" id="{CB96F3EB-C123-125D-8276-3BE1B0EFE73F}"/>
                  </a:ext>
                </a:extLst>
              </p:cNvPr>
              <p:cNvSpPr txBox="1"/>
              <p:nvPr/>
            </p:nvSpPr>
            <p:spPr>
              <a:xfrm>
                <a:off x="15143472" y="8105407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45" name="TextBox 1244">
                <a:extLst>
                  <a:ext uri="{FF2B5EF4-FFF2-40B4-BE49-F238E27FC236}">
                    <a16:creationId xmlns:a16="http://schemas.microsoft.com/office/drawing/2014/main" id="{CB96F3EB-C123-125D-8276-3BE1B0EFE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3472" y="8105407"/>
                <a:ext cx="432874" cy="338554"/>
              </a:xfrm>
              <a:prstGeom prst="rect">
                <a:avLst/>
              </a:prstGeom>
              <a:blipFill>
                <a:blip r:embed="rId5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7" name="TextBox 1246">
                <a:extLst>
                  <a:ext uri="{FF2B5EF4-FFF2-40B4-BE49-F238E27FC236}">
                    <a16:creationId xmlns:a16="http://schemas.microsoft.com/office/drawing/2014/main" id="{67083AC1-FD76-B814-312F-29CFE2794460}"/>
                  </a:ext>
                </a:extLst>
              </p:cNvPr>
              <p:cNvSpPr txBox="1"/>
              <p:nvPr/>
            </p:nvSpPr>
            <p:spPr>
              <a:xfrm>
                <a:off x="15929820" y="8151573"/>
                <a:ext cx="2345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1600" i="1" dirty="0">
                  <a:solidFill>
                    <a:srgbClr val="6262F7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47" name="TextBox 1246">
                <a:extLst>
                  <a:ext uri="{FF2B5EF4-FFF2-40B4-BE49-F238E27FC236}">
                    <a16:creationId xmlns:a16="http://schemas.microsoft.com/office/drawing/2014/main" id="{67083AC1-FD76-B814-312F-29CFE2794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9820" y="8151573"/>
                <a:ext cx="234551" cy="246221"/>
              </a:xfrm>
              <a:prstGeom prst="rect">
                <a:avLst/>
              </a:prstGeom>
              <a:blipFill>
                <a:blip r:embed="rId56"/>
                <a:stretch>
                  <a:fillRect l="-10526" r="-10526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1" name="Picture 6" descr="문자 x 아이콘 Generic color fill | Freepik">
            <a:extLst>
              <a:ext uri="{FF2B5EF4-FFF2-40B4-BE49-F238E27FC236}">
                <a16:creationId xmlns:a16="http://schemas.microsoft.com/office/drawing/2014/main" id="{E5D45F37-455F-CA78-5F72-0F4B7A8C2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2373" y="8389851"/>
            <a:ext cx="464981" cy="46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D3A7DEC3-4F2E-4654-C800-459AE6B8F378}"/>
                  </a:ext>
                </a:extLst>
              </p:cNvPr>
              <p:cNvSpPr txBox="1"/>
              <p:nvPr/>
            </p:nvSpPr>
            <p:spPr>
              <a:xfrm>
                <a:off x="10433867" y="8353599"/>
                <a:ext cx="480901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D3A7DEC3-4F2E-4654-C800-459AE6B8F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867" y="8353599"/>
                <a:ext cx="480901" cy="384721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3" name="TextBox 1252">
                <a:extLst>
                  <a:ext uri="{FF2B5EF4-FFF2-40B4-BE49-F238E27FC236}">
                    <a16:creationId xmlns:a16="http://schemas.microsoft.com/office/drawing/2014/main" id="{9C6B5CE5-FDDC-5FFB-E362-BE8759766EF3}"/>
                  </a:ext>
                </a:extLst>
              </p:cNvPr>
              <p:cNvSpPr txBox="1"/>
              <p:nvPr/>
            </p:nvSpPr>
            <p:spPr>
              <a:xfrm>
                <a:off x="10433867" y="9450223"/>
                <a:ext cx="435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3" name="TextBox 1252">
                <a:extLst>
                  <a:ext uri="{FF2B5EF4-FFF2-40B4-BE49-F238E27FC236}">
                    <a16:creationId xmlns:a16="http://schemas.microsoft.com/office/drawing/2014/main" id="{9C6B5CE5-FDDC-5FFB-E362-BE8759766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867" y="9450223"/>
                <a:ext cx="435312" cy="384721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4" name="TextBox 1253">
                <a:extLst>
                  <a:ext uri="{FF2B5EF4-FFF2-40B4-BE49-F238E27FC236}">
                    <a16:creationId xmlns:a16="http://schemas.microsoft.com/office/drawing/2014/main" id="{D65F6241-121A-2576-EF63-A47023C2BB1E}"/>
                  </a:ext>
                </a:extLst>
              </p:cNvPr>
              <p:cNvSpPr txBox="1"/>
              <p:nvPr/>
            </p:nvSpPr>
            <p:spPr>
              <a:xfrm>
                <a:off x="10433867" y="10542854"/>
                <a:ext cx="435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4" name="TextBox 1253">
                <a:extLst>
                  <a:ext uri="{FF2B5EF4-FFF2-40B4-BE49-F238E27FC236}">
                    <a16:creationId xmlns:a16="http://schemas.microsoft.com/office/drawing/2014/main" id="{D65F6241-121A-2576-EF63-A47023C2B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867" y="10542854"/>
                <a:ext cx="435312" cy="384721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8" name="TextBox 1257">
                <a:extLst>
                  <a:ext uri="{FF2B5EF4-FFF2-40B4-BE49-F238E27FC236}">
                    <a16:creationId xmlns:a16="http://schemas.microsoft.com/office/drawing/2014/main" id="{233D2914-E7FC-7C52-98F3-8A51735E052D}"/>
                  </a:ext>
                </a:extLst>
              </p:cNvPr>
              <p:cNvSpPr txBox="1"/>
              <p:nvPr/>
            </p:nvSpPr>
            <p:spPr>
              <a:xfrm>
                <a:off x="14834211" y="8353599"/>
                <a:ext cx="486543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8" name="TextBox 1257">
                <a:extLst>
                  <a:ext uri="{FF2B5EF4-FFF2-40B4-BE49-F238E27FC236}">
                    <a16:creationId xmlns:a16="http://schemas.microsoft.com/office/drawing/2014/main" id="{233D2914-E7FC-7C52-98F3-8A51735E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4211" y="8353599"/>
                <a:ext cx="486543" cy="384721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9" name="TextBox 1258">
                <a:extLst>
                  <a:ext uri="{FF2B5EF4-FFF2-40B4-BE49-F238E27FC236}">
                    <a16:creationId xmlns:a16="http://schemas.microsoft.com/office/drawing/2014/main" id="{6FDD52FB-0DBB-054B-E6DF-C23EA9BAD159}"/>
                  </a:ext>
                </a:extLst>
              </p:cNvPr>
              <p:cNvSpPr txBox="1"/>
              <p:nvPr/>
            </p:nvSpPr>
            <p:spPr>
              <a:xfrm>
                <a:off x="14834211" y="9450223"/>
                <a:ext cx="435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59" name="TextBox 1258">
                <a:extLst>
                  <a:ext uri="{FF2B5EF4-FFF2-40B4-BE49-F238E27FC236}">
                    <a16:creationId xmlns:a16="http://schemas.microsoft.com/office/drawing/2014/main" id="{6FDD52FB-0DBB-054B-E6DF-C23EA9BA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4211" y="9450223"/>
                <a:ext cx="435312" cy="384721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3" name="TextBox 1262">
                <a:extLst>
                  <a:ext uri="{FF2B5EF4-FFF2-40B4-BE49-F238E27FC236}">
                    <a16:creationId xmlns:a16="http://schemas.microsoft.com/office/drawing/2014/main" id="{F16BC952-24A8-0D28-42C3-F645FA0F3647}"/>
                  </a:ext>
                </a:extLst>
              </p:cNvPr>
              <p:cNvSpPr txBox="1"/>
              <p:nvPr/>
            </p:nvSpPr>
            <p:spPr>
              <a:xfrm>
                <a:off x="14834211" y="10521588"/>
                <a:ext cx="435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63" name="TextBox 1262">
                <a:extLst>
                  <a:ext uri="{FF2B5EF4-FFF2-40B4-BE49-F238E27FC236}">
                    <a16:creationId xmlns:a16="http://schemas.microsoft.com/office/drawing/2014/main" id="{F16BC952-24A8-0D28-42C3-F645FA0F3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4211" y="10521588"/>
                <a:ext cx="435312" cy="384721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3" name="TextBox 1282">
                <a:extLst>
                  <a:ext uri="{FF2B5EF4-FFF2-40B4-BE49-F238E27FC236}">
                    <a16:creationId xmlns:a16="http://schemas.microsoft.com/office/drawing/2014/main" id="{049BC549-AB92-1A10-DDE8-D3806279AFCB}"/>
                  </a:ext>
                </a:extLst>
              </p:cNvPr>
              <p:cNvSpPr txBox="1"/>
              <p:nvPr/>
            </p:nvSpPr>
            <p:spPr>
              <a:xfrm>
                <a:off x="17664946" y="7488885"/>
                <a:ext cx="17376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400" b="1" dirty="0">
                    <a:solidFill>
                      <a:srgbClr val="812CF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Memory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1" i="1" dirty="0" smtClean="0">
                            <a:solidFill>
                              <a:srgbClr val="812C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1" dirty="0" smtClean="0">
                            <a:solidFill>
                              <a:srgbClr val="812CF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kumimoji="1" lang="en-US" altLang="ko-KR" sz="2400" b="1" i="1" dirty="0" smtClean="0">
                            <a:solidFill>
                              <a:srgbClr val="812CF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kumimoji="1" lang="ko-KR" altLang="en-US" sz="2400" b="1" dirty="0">
                  <a:solidFill>
                    <a:srgbClr val="812CF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83" name="TextBox 1282">
                <a:extLst>
                  <a:ext uri="{FF2B5EF4-FFF2-40B4-BE49-F238E27FC236}">
                    <a16:creationId xmlns:a16="http://schemas.microsoft.com/office/drawing/2014/main" id="{049BC549-AB92-1A10-DDE8-D3806279A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4946" y="7488885"/>
                <a:ext cx="1737655" cy="461665"/>
              </a:xfrm>
              <a:prstGeom prst="rect">
                <a:avLst/>
              </a:prstGeom>
              <a:blipFill>
                <a:blip r:embed="rId65"/>
                <a:stretch>
                  <a:fillRect l="-5839" t="-8108" b="-297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4" name="직사각형 1283">
            <a:extLst>
              <a:ext uri="{FF2B5EF4-FFF2-40B4-BE49-F238E27FC236}">
                <a16:creationId xmlns:a16="http://schemas.microsoft.com/office/drawing/2014/main" id="{38FBD3C3-A79E-0ED0-1537-408677C5F753}"/>
              </a:ext>
            </a:extLst>
          </p:cNvPr>
          <p:cNvSpPr/>
          <p:nvPr/>
        </p:nvSpPr>
        <p:spPr>
          <a:xfrm>
            <a:off x="1424764" y="2536017"/>
            <a:ext cx="16674128" cy="4620425"/>
          </a:xfrm>
          <a:prstGeom prst="rect">
            <a:avLst/>
          </a:prstGeom>
          <a:noFill/>
          <a:ln w="38100"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E3F9794E-4003-5058-2E42-D0BB0B2136D1}"/>
              </a:ext>
            </a:extLst>
          </p:cNvPr>
          <p:cNvSpPr txBox="1"/>
          <p:nvPr/>
        </p:nvSpPr>
        <p:spPr>
          <a:xfrm>
            <a:off x="14577544" y="2567880"/>
            <a:ext cx="3489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>
                <a:solidFill>
                  <a:srgbClr val="812CF0"/>
                </a:solidFill>
                <a:latin typeface="Aptos Serif" panose="02020604070405020304" pitchFamily="18" charset="0"/>
                <a:ea typeface="Toppan Bunkyu Gothic Regular" panose="020B0400000000000000" pitchFamily="34" charset="-128"/>
                <a:cs typeface="Aptos Serif" panose="02020604070405020304" pitchFamily="18" charset="0"/>
              </a:rPr>
              <a:t>Failure is Feedback</a:t>
            </a:r>
            <a:endParaRPr kumimoji="1" lang="ko-KR" altLang="en-US" sz="2800" b="1" dirty="0">
              <a:solidFill>
                <a:srgbClr val="812CF0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cxnSp>
        <p:nvCxnSpPr>
          <p:cNvPr id="1306" name="직선 화살표 연결선 1305">
            <a:extLst>
              <a:ext uri="{FF2B5EF4-FFF2-40B4-BE49-F238E27FC236}">
                <a16:creationId xmlns:a16="http://schemas.microsoft.com/office/drawing/2014/main" id="{360B790E-CF70-823D-6152-E760106AA957}"/>
              </a:ext>
            </a:extLst>
          </p:cNvPr>
          <p:cNvCxnSpPr>
            <a:cxnSpLocks/>
          </p:cNvCxnSpPr>
          <p:nvPr/>
        </p:nvCxnSpPr>
        <p:spPr>
          <a:xfrm>
            <a:off x="8383790" y="6960090"/>
            <a:ext cx="10085365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[R] 1350">
            <a:extLst>
              <a:ext uri="{FF2B5EF4-FFF2-40B4-BE49-F238E27FC236}">
                <a16:creationId xmlns:a16="http://schemas.microsoft.com/office/drawing/2014/main" id="{5E9400DD-64D9-CF31-EF00-E1FD91250F44}"/>
              </a:ext>
            </a:extLst>
          </p:cNvPr>
          <p:cNvCxnSpPr>
            <a:cxnSpLocks/>
          </p:cNvCxnSpPr>
          <p:nvPr/>
        </p:nvCxnSpPr>
        <p:spPr>
          <a:xfrm flipV="1">
            <a:off x="8395812" y="5370717"/>
            <a:ext cx="0" cy="1565529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5" name="TextBox 1354">
                <a:extLst>
                  <a:ext uri="{FF2B5EF4-FFF2-40B4-BE49-F238E27FC236}">
                    <a16:creationId xmlns:a16="http://schemas.microsoft.com/office/drawing/2014/main" id="{25DFF629-47A4-B856-4E05-D61B2C3A4775}"/>
                  </a:ext>
                </a:extLst>
              </p:cNvPr>
              <p:cNvSpPr txBox="1"/>
              <p:nvPr/>
            </p:nvSpPr>
            <p:spPr>
              <a:xfrm>
                <a:off x="18734048" y="4280968"/>
                <a:ext cx="4470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 xmlns="">
          <p:sp>
            <p:nvSpPr>
              <p:cNvPr id="1355" name="TextBox 1354">
                <a:extLst>
                  <a:ext uri="{FF2B5EF4-FFF2-40B4-BE49-F238E27FC236}">
                    <a16:creationId xmlns:a16="http://schemas.microsoft.com/office/drawing/2014/main" id="{25DFF629-47A4-B856-4E05-D61B2C3A4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4048" y="4280968"/>
                <a:ext cx="447045" cy="430887"/>
              </a:xfrm>
              <a:prstGeom prst="rect">
                <a:avLst/>
              </a:prstGeom>
              <a:blipFill>
                <a:blip r:embed="rId66"/>
                <a:stretch>
                  <a:fillRect l="-22222" r="-8333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6" name="그룹 1355">
            <a:extLst>
              <a:ext uri="{FF2B5EF4-FFF2-40B4-BE49-F238E27FC236}">
                <a16:creationId xmlns:a16="http://schemas.microsoft.com/office/drawing/2014/main" id="{E5324ED7-C648-6202-BDEA-B033DD10A692}"/>
              </a:ext>
            </a:extLst>
          </p:cNvPr>
          <p:cNvGrpSpPr/>
          <p:nvPr/>
        </p:nvGrpSpPr>
        <p:grpSpPr>
          <a:xfrm>
            <a:off x="8309192" y="6454671"/>
            <a:ext cx="295951" cy="295951"/>
            <a:chOff x="9343690" y="2054133"/>
            <a:chExt cx="269875" cy="269875"/>
          </a:xfrm>
        </p:grpSpPr>
        <p:sp>
          <p:nvSpPr>
            <p:cNvPr id="1357" name="현 1356">
              <a:extLst>
                <a:ext uri="{FF2B5EF4-FFF2-40B4-BE49-F238E27FC236}">
                  <a16:creationId xmlns:a16="http://schemas.microsoft.com/office/drawing/2014/main" id="{1CEC437A-723B-A81D-2F88-A0FB095DD469}"/>
                </a:ext>
              </a:extLst>
            </p:cNvPr>
            <p:cNvSpPr/>
            <p:nvPr/>
          </p:nvSpPr>
          <p:spPr>
            <a:xfrm rot="12088969">
              <a:off x="9343690" y="2054133"/>
              <a:ext cx="269875" cy="269875"/>
            </a:xfrm>
            <a:prstGeom prst="chord">
              <a:avLst/>
            </a:prstGeom>
            <a:noFill/>
            <a:ln w="28575">
              <a:solidFill>
                <a:srgbClr val="6262F7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358" name="직사각형 1357">
              <a:extLst>
                <a:ext uri="{FF2B5EF4-FFF2-40B4-BE49-F238E27FC236}">
                  <a16:creationId xmlns:a16="http://schemas.microsoft.com/office/drawing/2014/main" id="{1340437A-83F0-FFDF-9F9C-373369380895}"/>
                </a:ext>
              </a:extLst>
            </p:cNvPr>
            <p:cNvSpPr/>
            <p:nvPr/>
          </p:nvSpPr>
          <p:spPr>
            <a:xfrm>
              <a:off x="9391586" y="2072769"/>
              <a:ext cx="76264" cy="2220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cxnSp>
        <p:nvCxnSpPr>
          <p:cNvPr id="933" name="직선 화살표 연결선 932">
            <a:extLst>
              <a:ext uri="{FF2B5EF4-FFF2-40B4-BE49-F238E27FC236}">
                <a16:creationId xmlns:a16="http://schemas.microsoft.com/office/drawing/2014/main" id="{CC65762B-9E12-011C-E873-448B16F5C1A5}"/>
              </a:ext>
            </a:extLst>
          </p:cNvPr>
          <p:cNvCxnSpPr>
            <a:cxnSpLocks/>
          </p:cNvCxnSpPr>
          <p:nvPr/>
        </p:nvCxnSpPr>
        <p:spPr>
          <a:xfrm flipH="1">
            <a:off x="4639353" y="6613192"/>
            <a:ext cx="5441702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3" name="사각형: 둥근 모서리 27">
            <a:extLst>
              <a:ext uri="{FF2B5EF4-FFF2-40B4-BE49-F238E27FC236}">
                <a16:creationId xmlns:a16="http://schemas.microsoft.com/office/drawing/2014/main" id="{F3CC356F-70E8-7868-34A3-DF3230BE7775}"/>
              </a:ext>
            </a:extLst>
          </p:cNvPr>
          <p:cNvSpPr/>
          <p:nvPr/>
        </p:nvSpPr>
        <p:spPr>
          <a:xfrm>
            <a:off x="18469155" y="4780864"/>
            <a:ext cx="1012439" cy="2372678"/>
          </a:xfrm>
          <a:prstGeom prst="roundRect">
            <a:avLst>
              <a:gd name="adj" fmla="val 7105"/>
            </a:avLst>
          </a:prstGeom>
          <a:noFill/>
          <a:ln w="28575">
            <a:solidFill>
              <a:srgbClr val="5F5DF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64" name="그룹 1363">
            <a:extLst>
              <a:ext uri="{FF2B5EF4-FFF2-40B4-BE49-F238E27FC236}">
                <a16:creationId xmlns:a16="http://schemas.microsoft.com/office/drawing/2014/main" id="{C33010DF-10A5-364B-1DE7-B03050CC5682}"/>
              </a:ext>
            </a:extLst>
          </p:cNvPr>
          <p:cNvGrpSpPr/>
          <p:nvPr/>
        </p:nvGrpSpPr>
        <p:grpSpPr>
          <a:xfrm>
            <a:off x="18732667" y="5075095"/>
            <a:ext cx="471616" cy="441636"/>
            <a:chOff x="1362075" y="-460707"/>
            <a:chExt cx="487373" cy="456392"/>
          </a:xfrm>
        </p:grpSpPr>
        <p:sp>
          <p:nvSpPr>
            <p:cNvPr id="1365" name="모서리가 둥근 직사각형 1249">
              <a:extLst>
                <a:ext uri="{FF2B5EF4-FFF2-40B4-BE49-F238E27FC236}">
                  <a16:creationId xmlns:a16="http://schemas.microsoft.com/office/drawing/2014/main" id="{B386693D-A939-0623-43F8-0BEFA4D6609B}"/>
                </a:ext>
              </a:extLst>
            </p:cNvPr>
            <p:cNvSpPr/>
            <p:nvPr/>
          </p:nvSpPr>
          <p:spPr>
            <a:xfrm>
              <a:off x="1362075" y="-460707"/>
              <a:ext cx="487373" cy="456392"/>
            </a:xfrm>
            <a:prstGeom prst="roundRect">
              <a:avLst/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72" name="직선 연결선[R] 1254">
              <a:extLst>
                <a:ext uri="{FF2B5EF4-FFF2-40B4-BE49-F238E27FC236}">
                  <a16:creationId xmlns:a16="http://schemas.microsoft.com/office/drawing/2014/main" id="{FD283CD7-E955-5AFA-351C-84D7583B927E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3" name="직선 연결선[R] 1255">
              <a:extLst>
                <a:ext uri="{FF2B5EF4-FFF2-40B4-BE49-F238E27FC236}">
                  <a16:creationId xmlns:a16="http://schemas.microsoft.com/office/drawing/2014/main" id="{FD9C88E3-2FA7-B394-6CFC-4D64B2FCBB56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4" name="그룹 1373">
            <a:extLst>
              <a:ext uri="{FF2B5EF4-FFF2-40B4-BE49-F238E27FC236}">
                <a16:creationId xmlns:a16="http://schemas.microsoft.com/office/drawing/2014/main" id="{F4FFBB12-8A4E-F71D-3D3C-E7423F68307D}"/>
              </a:ext>
            </a:extLst>
          </p:cNvPr>
          <p:cNvGrpSpPr/>
          <p:nvPr/>
        </p:nvGrpSpPr>
        <p:grpSpPr>
          <a:xfrm>
            <a:off x="18702595" y="5800577"/>
            <a:ext cx="553592" cy="397482"/>
            <a:chOff x="5336088" y="8746284"/>
            <a:chExt cx="915275" cy="657172"/>
          </a:xfrm>
        </p:grpSpPr>
        <p:sp>
          <p:nvSpPr>
            <p:cNvPr id="1375" name="모서리가 둥근 직사각형 1259">
              <a:extLst>
                <a:ext uri="{FF2B5EF4-FFF2-40B4-BE49-F238E27FC236}">
                  <a16:creationId xmlns:a16="http://schemas.microsoft.com/office/drawing/2014/main" id="{AB5AD00E-235F-0B58-E438-575DC8946140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76" name="삼각형 1260">
              <a:extLst>
                <a:ext uri="{FF2B5EF4-FFF2-40B4-BE49-F238E27FC236}">
                  <a16:creationId xmlns:a16="http://schemas.microsoft.com/office/drawing/2014/main" id="{8A639E5B-0B30-4BB4-C065-E3EBE2355A8F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77" name="삼각형 1261">
              <a:extLst>
                <a:ext uri="{FF2B5EF4-FFF2-40B4-BE49-F238E27FC236}">
                  <a16:creationId xmlns:a16="http://schemas.microsoft.com/office/drawing/2014/main" id="{A4030E73-DD8F-9420-7FCC-074E1CB1329E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78" name="타원 1377">
              <a:extLst>
                <a:ext uri="{FF2B5EF4-FFF2-40B4-BE49-F238E27FC236}">
                  <a16:creationId xmlns:a16="http://schemas.microsoft.com/office/drawing/2014/main" id="{5498DF65-C7BB-0167-95E5-14330C67C33A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5" name="TextBox 1394">
                <a:extLst>
                  <a:ext uri="{FF2B5EF4-FFF2-40B4-BE49-F238E27FC236}">
                    <a16:creationId xmlns:a16="http://schemas.microsoft.com/office/drawing/2014/main" id="{48D7EA62-8F53-70DB-3315-89EB9A8BB54D}"/>
                  </a:ext>
                </a:extLst>
              </p:cNvPr>
              <p:cNvSpPr txBox="1"/>
              <p:nvPr/>
            </p:nvSpPr>
            <p:spPr>
              <a:xfrm>
                <a:off x="15143472" y="10241745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95" name="TextBox 1394">
                <a:extLst>
                  <a:ext uri="{FF2B5EF4-FFF2-40B4-BE49-F238E27FC236}">
                    <a16:creationId xmlns:a16="http://schemas.microsoft.com/office/drawing/2014/main" id="{48D7EA62-8F53-70DB-3315-89EB9A8BB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3472" y="10241745"/>
                <a:ext cx="432874" cy="338554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7" name="TextBox 1396">
                <a:extLst>
                  <a:ext uri="{FF2B5EF4-FFF2-40B4-BE49-F238E27FC236}">
                    <a16:creationId xmlns:a16="http://schemas.microsoft.com/office/drawing/2014/main" id="{E01224E9-507E-7B55-067F-680340851DC7}"/>
                  </a:ext>
                </a:extLst>
              </p:cNvPr>
              <p:cNvSpPr txBox="1"/>
              <p:nvPr/>
            </p:nvSpPr>
            <p:spPr>
              <a:xfrm>
                <a:off x="15929820" y="10287911"/>
                <a:ext cx="2345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600" i="1" dirty="0">
                  <a:solidFill>
                    <a:srgbClr val="6262F7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97" name="TextBox 1396">
                <a:extLst>
                  <a:ext uri="{FF2B5EF4-FFF2-40B4-BE49-F238E27FC236}">
                    <a16:creationId xmlns:a16="http://schemas.microsoft.com/office/drawing/2014/main" id="{E01224E9-507E-7B55-067F-68034085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9820" y="10287911"/>
                <a:ext cx="234551" cy="246221"/>
              </a:xfrm>
              <a:prstGeom prst="rect">
                <a:avLst/>
              </a:prstGeom>
              <a:blipFill>
                <a:blip r:embed="rId68"/>
                <a:stretch>
                  <a:fillRect l="-10526" r="-10526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D62121B-72EF-B64B-56BC-5BE926C64379}"/>
              </a:ext>
            </a:extLst>
          </p:cNvPr>
          <p:cNvSpPr txBox="1"/>
          <p:nvPr/>
        </p:nvSpPr>
        <p:spPr>
          <a:xfrm>
            <a:off x="14866330" y="3935284"/>
            <a:ext cx="2577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6262F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Document-level Traverser</a:t>
            </a:r>
            <a:endParaRPr kumimoji="1" lang="ko-KR" altLang="en-US" dirty="0">
              <a:solidFill>
                <a:srgbClr val="6262F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34DEB-8EE3-DBE4-186D-8518E18B7E01}"/>
              </a:ext>
            </a:extLst>
          </p:cNvPr>
          <p:cNvSpPr txBox="1"/>
          <p:nvPr/>
        </p:nvSpPr>
        <p:spPr>
          <a:xfrm>
            <a:off x="12297417" y="6566929"/>
            <a:ext cx="275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6262F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Component-level Traverser</a:t>
            </a:r>
            <a:endParaRPr kumimoji="1" lang="ko-KR" altLang="en-US" dirty="0">
              <a:solidFill>
                <a:srgbClr val="6262F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763E130-F7D2-82FA-F8DF-1618C8250201}"/>
              </a:ext>
            </a:extLst>
          </p:cNvPr>
          <p:cNvCxnSpPr>
            <a:cxnSpLocks/>
          </p:cNvCxnSpPr>
          <p:nvPr/>
        </p:nvCxnSpPr>
        <p:spPr>
          <a:xfrm>
            <a:off x="15820368" y="4765595"/>
            <a:ext cx="538093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C449186-033B-172D-D375-95D373DEA740}"/>
              </a:ext>
            </a:extLst>
          </p:cNvPr>
          <p:cNvCxnSpPr>
            <a:cxnSpLocks/>
          </p:cNvCxnSpPr>
          <p:nvPr/>
        </p:nvCxnSpPr>
        <p:spPr>
          <a:xfrm>
            <a:off x="14644622" y="6179637"/>
            <a:ext cx="477702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EAD33AA-57E0-88CA-D6CF-B2B43938A750}"/>
              </a:ext>
            </a:extLst>
          </p:cNvPr>
          <p:cNvCxnSpPr>
            <a:cxnSpLocks/>
          </p:cNvCxnSpPr>
          <p:nvPr/>
        </p:nvCxnSpPr>
        <p:spPr>
          <a:xfrm>
            <a:off x="16879692" y="6178108"/>
            <a:ext cx="916892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6FDCB7-0118-05F0-D7D1-988C34C4BD22}"/>
              </a:ext>
            </a:extLst>
          </p:cNvPr>
          <p:cNvCxnSpPr>
            <a:cxnSpLocks/>
          </p:cNvCxnSpPr>
          <p:nvPr/>
        </p:nvCxnSpPr>
        <p:spPr>
          <a:xfrm>
            <a:off x="12132562" y="6174296"/>
            <a:ext cx="494760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CB391434-693A-E44C-D7AC-E45216E651CB}"/>
              </a:ext>
            </a:extLst>
          </p:cNvPr>
          <p:cNvCxnSpPr>
            <a:cxnSpLocks/>
          </p:cNvCxnSpPr>
          <p:nvPr/>
        </p:nvCxnSpPr>
        <p:spPr>
          <a:xfrm flipV="1">
            <a:off x="12138590" y="5452510"/>
            <a:ext cx="0" cy="727806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4DBC4233-F9D4-6241-DE4D-857A8058898D}"/>
              </a:ext>
            </a:extLst>
          </p:cNvPr>
          <p:cNvCxnSpPr>
            <a:cxnSpLocks/>
          </p:cNvCxnSpPr>
          <p:nvPr/>
        </p:nvCxnSpPr>
        <p:spPr>
          <a:xfrm flipV="1">
            <a:off x="16856590" y="4951141"/>
            <a:ext cx="0" cy="501369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146">
            <a:extLst>
              <a:ext uri="{FF2B5EF4-FFF2-40B4-BE49-F238E27FC236}">
                <a16:creationId xmlns:a16="http://schemas.microsoft.com/office/drawing/2014/main" id="{39522BFF-6B91-97A2-DC9C-FBC9138BB7B4}"/>
              </a:ext>
            </a:extLst>
          </p:cNvPr>
          <p:cNvSpPr/>
          <p:nvPr/>
        </p:nvSpPr>
        <p:spPr>
          <a:xfrm>
            <a:off x="18321695" y="10510355"/>
            <a:ext cx="779879" cy="553198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2" descr="Webpage - Free seo and web icons">
            <a:extLst>
              <a:ext uri="{FF2B5EF4-FFF2-40B4-BE49-F238E27FC236}">
                <a16:creationId xmlns:a16="http://schemas.microsoft.com/office/drawing/2014/main" id="{B8D1720B-1381-CA01-D20F-8EC613133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8139068" y="10306081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63" name="TextBox 1862">
            <a:extLst>
              <a:ext uri="{FF2B5EF4-FFF2-40B4-BE49-F238E27FC236}">
                <a16:creationId xmlns:a16="http://schemas.microsoft.com/office/drawing/2014/main" id="{3816FCF5-E79D-4CB3-A632-A6B3A105B616}"/>
              </a:ext>
            </a:extLst>
          </p:cNvPr>
          <p:cNvSpPr txBox="1"/>
          <p:nvPr/>
        </p:nvSpPr>
        <p:spPr>
          <a:xfrm>
            <a:off x="5163052" y="5710270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new subqueries</a:t>
            </a:r>
          </a:p>
        </p:txBody>
      </p:sp>
      <p:sp>
        <p:nvSpPr>
          <p:cNvPr id="1865" name="모서리가 둥근 사각형 설명선[R] 980">
            <a:extLst>
              <a:ext uri="{FF2B5EF4-FFF2-40B4-BE49-F238E27FC236}">
                <a16:creationId xmlns:a16="http://schemas.microsoft.com/office/drawing/2014/main" id="{363D2F9D-4713-EDCA-35E4-FF1293C73185}"/>
              </a:ext>
            </a:extLst>
          </p:cNvPr>
          <p:cNvSpPr/>
          <p:nvPr/>
        </p:nvSpPr>
        <p:spPr>
          <a:xfrm>
            <a:off x="6237152" y="2816978"/>
            <a:ext cx="424290" cy="291726"/>
          </a:xfrm>
          <a:prstGeom prst="wedgeRoundRectCallout">
            <a:avLst>
              <a:gd name="adj1" fmla="val -33193"/>
              <a:gd name="adj2" fmla="val 74239"/>
              <a:gd name="adj3" fmla="val 16667"/>
            </a:avLst>
          </a:prstGeom>
          <a:solidFill>
            <a:srgbClr val="E3DEFF"/>
          </a:solidFill>
          <a:ln w="28575">
            <a:solidFill>
              <a:srgbClr val="812D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1" lang="ko-KR" altLang="en-US" sz="2000" b="1" dirty="0">
              <a:solidFill>
                <a:srgbClr val="7047F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6" name="사각형: 둥근 모서리 146">
            <a:extLst>
              <a:ext uri="{FF2B5EF4-FFF2-40B4-BE49-F238E27FC236}">
                <a16:creationId xmlns:a16="http://schemas.microsoft.com/office/drawing/2014/main" id="{CD737E3F-6F58-4FF5-5CB5-BCE12D6EF7FE}"/>
              </a:ext>
            </a:extLst>
          </p:cNvPr>
          <p:cNvSpPr/>
          <p:nvPr/>
        </p:nvSpPr>
        <p:spPr>
          <a:xfrm>
            <a:off x="8477135" y="2790606"/>
            <a:ext cx="914465" cy="393803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67" name="Picture 2" descr="Webpage - Free seo and web icons">
            <a:extLst>
              <a:ext uri="{FF2B5EF4-FFF2-40B4-BE49-F238E27FC236}">
                <a16:creationId xmlns:a16="http://schemas.microsoft.com/office/drawing/2014/main" id="{84FC5144-1FA4-3FBE-C89C-012CA1CC03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8538073" y="2830862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8" name="Picture 2" descr="Webpage - Free seo and web icons">
            <a:extLst>
              <a:ext uri="{FF2B5EF4-FFF2-40B4-BE49-F238E27FC236}">
                <a16:creationId xmlns:a16="http://schemas.microsoft.com/office/drawing/2014/main" id="{57EAE416-3FD7-B282-BEC4-147AA6308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8956527" y="2830862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0" name="사각형: 둥근 모서리 146">
            <a:extLst>
              <a:ext uri="{FF2B5EF4-FFF2-40B4-BE49-F238E27FC236}">
                <a16:creationId xmlns:a16="http://schemas.microsoft.com/office/drawing/2014/main" id="{357712E9-3CF9-32B7-B860-123DCE97D4C7}"/>
              </a:ext>
            </a:extLst>
          </p:cNvPr>
          <p:cNvSpPr/>
          <p:nvPr/>
        </p:nvSpPr>
        <p:spPr>
          <a:xfrm>
            <a:off x="16389020" y="4553741"/>
            <a:ext cx="914465" cy="393803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72" name="Picture 2" descr="Webpage - Free seo and web icons">
            <a:extLst>
              <a:ext uri="{FF2B5EF4-FFF2-40B4-BE49-F238E27FC236}">
                <a16:creationId xmlns:a16="http://schemas.microsoft.com/office/drawing/2014/main" id="{B0A61EC2-EF72-3F23-2FCC-F9CDC5404F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6663616" y="4593997"/>
            <a:ext cx="360934" cy="2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5" name="사각형: 둥근 모서리 146">
            <a:extLst>
              <a:ext uri="{FF2B5EF4-FFF2-40B4-BE49-F238E27FC236}">
                <a16:creationId xmlns:a16="http://schemas.microsoft.com/office/drawing/2014/main" id="{119AF4E1-F41B-99E8-1D94-E0AFD5EAF6FD}"/>
              </a:ext>
            </a:extLst>
          </p:cNvPr>
          <p:cNvSpPr/>
          <p:nvPr/>
        </p:nvSpPr>
        <p:spPr>
          <a:xfrm>
            <a:off x="15120056" y="5898896"/>
            <a:ext cx="1759636" cy="582869"/>
          </a:xfrm>
          <a:prstGeom prst="roundRect">
            <a:avLst/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86" name="그룹 1885">
            <a:extLst>
              <a:ext uri="{FF2B5EF4-FFF2-40B4-BE49-F238E27FC236}">
                <a16:creationId xmlns:a16="http://schemas.microsoft.com/office/drawing/2014/main" id="{AB51E40D-381C-5594-624C-28F1ED53B331}"/>
              </a:ext>
            </a:extLst>
          </p:cNvPr>
          <p:cNvGrpSpPr/>
          <p:nvPr/>
        </p:nvGrpSpPr>
        <p:grpSpPr>
          <a:xfrm>
            <a:off x="16334689" y="6071140"/>
            <a:ext cx="385739" cy="276963"/>
            <a:chOff x="5336088" y="8746284"/>
            <a:chExt cx="915275" cy="657172"/>
          </a:xfrm>
        </p:grpSpPr>
        <p:sp>
          <p:nvSpPr>
            <p:cNvPr id="1887" name="모서리가 둥근 직사각형 1259">
              <a:extLst>
                <a:ext uri="{FF2B5EF4-FFF2-40B4-BE49-F238E27FC236}">
                  <a16:creationId xmlns:a16="http://schemas.microsoft.com/office/drawing/2014/main" id="{35B94D33-21B0-4532-57F9-5F2FF7BBC0AB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88" name="삼각형 1260">
              <a:extLst>
                <a:ext uri="{FF2B5EF4-FFF2-40B4-BE49-F238E27FC236}">
                  <a16:creationId xmlns:a16="http://schemas.microsoft.com/office/drawing/2014/main" id="{982584A8-E748-AAC0-FCB6-8CB13C43DAC1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89" name="삼각형 1261">
              <a:extLst>
                <a:ext uri="{FF2B5EF4-FFF2-40B4-BE49-F238E27FC236}">
                  <a16:creationId xmlns:a16="http://schemas.microsoft.com/office/drawing/2014/main" id="{CEB84B79-4D03-3C2B-28EC-C01385D1091C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90" name="타원 1889">
              <a:extLst>
                <a:ext uri="{FF2B5EF4-FFF2-40B4-BE49-F238E27FC236}">
                  <a16:creationId xmlns:a16="http://schemas.microsoft.com/office/drawing/2014/main" id="{01048660-4FD8-C8B8-D3CA-7CE981B2ADED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92" name="TextBox 1891">
                <a:extLst>
                  <a:ext uri="{FF2B5EF4-FFF2-40B4-BE49-F238E27FC236}">
                    <a16:creationId xmlns:a16="http://schemas.microsoft.com/office/drawing/2014/main" id="{9100FFB8-BF42-6173-00FF-1FFB3AB2750F}"/>
                  </a:ext>
                </a:extLst>
              </p:cNvPr>
              <p:cNvSpPr txBox="1"/>
              <p:nvPr/>
            </p:nvSpPr>
            <p:spPr>
              <a:xfrm>
                <a:off x="17615903" y="6223358"/>
                <a:ext cx="390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>
          <p:sp>
            <p:nvSpPr>
              <p:cNvPr id="1892" name="TextBox 1891">
                <a:extLst>
                  <a:ext uri="{FF2B5EF4-FFF2-40B4-BE49-F238E27FC236}">
                    <a16:creationId xmlns:a16="http://schemas.microsoft.com/office/drawing/2014/main" id="{9100FFB8-BF42-6173-00FF-1FFB3AB27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903" y="6223358"/>
                <a:ext cx="390428" cy="430887"/>
              </a:xfrm>
              <a:prstGeom prst="rect">
                <a:avLst/>
              </a:prstGeom>
              <a:blipFill>
                <a:blip r:embed="rId69"/>
                <a:stretch>
                  <a:fillRect l="-12903" r="-6452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5" name="TextBox 1894">
                <a:extLst>
                  <a:ext uri="{FF2B5EF4-FFF2-40B4-BE49-F238E27FC236}">
                    <a16:creationId xmlns:a16="http://schemas.microsoft.com/office/drawing/2014/main" id="{DAE47FEB-469D-08E9-303D-3EF4C3D8FC62}"/>
                  </a:ext>
                </a:extLst>
              </p:cNvPr>
              <p:cNvSpPr txBox="1"/>
              <p:nvPr/>
            </p:nvSpPr>
            <p:spPr>
              <a:xfrm>
                <a:off x="6073319" y="6620875"/>
                <a:ext cx="9457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>
          <p:sp>
            <p:nvSpPr>
              <p:cNvPr id="1895" name="TextBox 1894">
                <a:extLst>
                  <a:ext uri="{FF2B5EF4-FFF2-40B4-BE49-F238E27FC236}">
                    <a16:creationId xmlns:a16="http://schemas.microsoft.com/office/drawing/2014/main" id="{DAE47FEB-469D-08E9-303D-3EF4C3D8F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319" y="6620875"/>
                <a:ext cx="945707" cy="430887"/>
              </a:xfrm>
              <a:prstGeom prst="rect">
                <a:avLst/>
              </a:prstGeom>
              <a:blipFill>
                <a:blip r:embed="rId70"/>
                <a:stretch>
                  <a:fillRect l="-9333" r="-1333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7" name="모서리가 둥근 사각형 설명선[R] 980">
            <a:extLst>
              <a:ext uri="{FF2B5EF4-FFF2-40B4-BE49-F238E27FC236}">
                <a16:creationId xmlns:a16="http://schemas.microsoft.com/office/drawing/2014/main" id="{48ECEA54-5DA6-3116-48E3-7B3FD216643F}"/>
              </a:ext>
            </a:extLst>
          </p:cNvPr>
          <p:cNvSpPr/>
          <p:nvPr/>
        </p:nvSpPr>
        <p:spPr>
          <a:xfrm>
            <a:off x="13992888" y="3441807"/>
            <a:ext cx="424290" cy="291726"/>
          </a:xfrm>
          <a:prstGeom prst="wedgeRoundRectCallout">
            <a:avLst>
              <a:gd name="adj1" fmla="val -33193"/>
              <a:gd name="adj2" fmla="val 74239"/>
              <a:gd name="adj3" fmla="val 16667"/>
            </a:avLst>
          </a:prstGeom>
          <a:solidFill>
            <a:srgbClr val="E3DEFF"/>
          </a:solidFill>
          <a:ln w="28575">
            <a:solidFill>
              <a:srgbClr val="812D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>
                <a:solidFill>
                  <a:srgbClr val="7047F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1" lang="ko-KR" altLang="en-US" sz="2000" b="1" dirty="0">
              <a:solidFill>
                <a:srgbClr val="7047F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08" name="Picture 6" descr="Parameter - Free icons">
            <a:extLst>
              <a:ext uri="{FF2B5EF4-FFF2-40B4-BE49-F238E27FC236}">
                <a16:creationId xmlns:a16="http://schemas.microsoft.com/office/drawing/2014/main" id="{54D3D63A-D4EB-403B-5E4F-AC429A12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7270" y="3340081"/>
            <a:ext cx="495660" cy="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3" name="그룹 632">
            <a:extLst>
              <a:ext uri="{FF2B5EF4-FFF2-40B4-BE49-F238E27FC236}">
                <a16:creationId xmlns:a16="http://schemas.microsoft.com/office/drawing/2014/main" id="{2A6D6C7E-6C53-AA98-2C0D-41E4C5ECB80B}"/>
              </a:ext>
            </a:extLst>
          </p:cNvPr>
          <p:cNvGrpSpPr/>
          <p:nvPr/>
        </p:nvGrpSpPr>
        <p:grpSpPr>
          <a:xfrm>
            <a:off x="12920393" y="3406055"/>
            <a:ext cx="914465" cy="393803"/>
            <a:chOff x="12809964" y="2943583"/>
            <a:chExt cx="914465" cy="393803"/>
          </a:xfrm>
        </p:grpSpPr>
        <p:sp>
          <p:nvSpPr>
            <p:cNvPr id="1909" name="사각형: 둥근 모서리 146">
              <a:extLst>
                <a:ext uri="{FF2B5EF4-FFF2-40B4-BE49-F238E27FC236}">
                  <a16:creationId xmlns:a16="http://schemas.microsoft.com/office/drawing/2014/main" id="{D2DBE687-5044-5447-4010-68C98D1A6C3C}"/>
                </a:ext>
              </a:extLst>
            </p:cNvPr>
            <p:cNvSpPr/>
            <p:nvPr/>
          </p:nvSpPr>
          <p:spPr>
            <a:xfrm>
              <a:off x="12809964" y="2943583"/>
              <a:ext cx="914465" cy="393803"/>
            </a:xfrm>
            <a:prstGeom prst="roundRect">
              <a:avLst/>
            </a:prstGeom>
            <a:noFill/>
            <a:ln>
              <a:solidFill>
                <a:srgbClr val="6262F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10" name="Picture 2" descr="Webpage - Free seo and web icons">
              <a:extLst>
                <a:ext uri="{FF2B5EF4-FFF2-40B4-BE49-F238E27FC236}">
                  <a16:creationId xmlns:a16="http://schemas.microsoft.com/office/drawing/2014/main" id="{00F770B6-6B3A-98CD-AC22-0F8078A97A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12870902" y="2983839"/>
              <a:ext cx="360934" cy="29957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14" name="Picture 2" descr="Webpage - Free seo and web icons">
              <a:extLst>
                <a:ext uri="{FF2B5EF4-FFF2-40B4-BE49-F238E27FC236}">
                  <a16:creationId xmlns:a16="http://schemas.microsoft.com/office/drawing/2014/main" id="{4F79787F-C4E0-135F-B7D8-0586C79199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13289356" y="2983839"/>
              <a:ext cx="360934" cy="29957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47" name="그룹 2146">
            <a:extLst>
              <a:ext uri="{FF2B5EF4-FFF2-40B4-BE49-F238E27FC236}">
                <a16:creationId xmlns:a16="http://schemas.microsoft.com/office/drawing/2014/main" id="{475B79D6-5E7C-2FC5-7BFF-1B93FF06423F}"/>
              </a:ext>
            </a:extLst>
          </p:cNvPr>
          <p:cNvGrpSpPr/>
          <p:nvPr/>
        </p:nvGrpSpPr>
        <p:grpSpPr>
          <a:xfrm>
            <a:off x="14192988" y="10728222"/>
            <a:ext cx="341762" cy="245387"/>
            <a:chOff x="5336088" y="8746284"/>
            <a:chExt cx="915275" cy="657172"/>
          </a:xfrm>
        </p:grpSpPr>
        <p:sp>
          <p:nvSpPr>
            <p:cNvPr id="2148" name="모서리가 둥근 직사각형 1259">
              <a:extLst>
                <a:ext uri="{FF2B5EF4-FFF2-40B4-BE49-F238E27FC236}">
                  <a16:creationId xmlns:a16="http://schemas.microsoft.com/office/drawing/2014/main" id="{76EC6B84-BE4D-1B7D-3CC9-F108BA1D0E82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49" name="삼각형 1260">
              <a:extLst>
                <a:ext uri="{FF2B5EF4-FFF2-40B4-BE49-F238E27FC236}">
                  <a16:creationId xmlns:a16="http://schemas.microsoft.com/office/drawing/2014/main" id="{D9B2558A-F15B-9483-C23C-DC039A56E615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50" name="삼각형 1261">
              <a:extLst>
                <a:ext uri="{FF2B5EF4-FFF2-40B4-BE49-F238E27FC236}">
                  <a16:creationId xmlns:a16="http://schemas.microsoft.com/office/drawing/2014/main" id="{1C1A47CD-7C2F-8C13-F64D-D5423DF21E98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00356E77-696F-64E8-E65B-D7365340DC34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52" name="그룹 2151">
            <a:extLst>
              <a:ext uri="{FF2B5EF4-FFF2-40B4-BE49-F238E27FC236}">
                <a16:creationId xmlns:a16="http://schemas.microsoft.com/office/drawing/2014/main" id="{34541AAC-6588-803D-9E53-BE753D70ACAA}"/>
              </a:ext>
            </a:extLst>
          </p:cNvPr>
          <p:cNvGrpSpPr/>
          <p:nvPr/>
        </p:nvGrpSpPr>
        <p:grpSpPr>
          <a:xfrm>
            <a:off x="17696954" y="10605651"/>
            <a:ext cx="319906" cy="299570"/>
            <a:chOff x="1362075" y="-460707"/>
            <a:chExt cx="487373" cy="456392"/>
          </a:xfrm>
        </p:grpSpPr>
        <p:sp>
          <p:nvSpPr>
            <p:cNvPr id="2153" name="모서리가 둥근 직사각형 1249">
              <a:extLst>
                <a:ext uri="{FF2B5EF4-FFF2-40B4-BE49-F238E27FC236}">
                  <a16:creationId xmlns:a16="http://schemas.microsoft.com/office/drawing/2014/main" id="{F11AEB1D-E44A-C9B4-055E-55B775D0C6D2}"/>
                </a:ext>
              </a:extLst>
            </p:cNvPr>
            <p:cNvSpPr/>
            <p:nvPr/>
          </p:nvSpPr>
          <p:spPr>
            <a:xfrm>
              <a:off x="1362075" y="-460707"/>
              <a:ext cx="487373" cy="456392"/>
            </a:xfrm>
            <a:prstGeom prst="roundRect">
              <a:avLst/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54" name="직선 연결선[R] 1254">
              <a:extLst>
                <a:ext uri="{FF2B5EF4-FFF2-40B4-BE49-F238E27FC236}">
                  <a16:creationId xmlns:a16="http://schemas.microsoft.com/office/drawing/2014/main" id="{C4234B93-75CF-8C09-F214-B5785F9A9AD3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직선 연결선[R] 1255">
              <a:extLst>
                <a:ext uri="{FF2B5EF4-FFF2-40B4-BE49-F238E27FC236}">
                  <a16:creationId xmlns:a16="http://schemas.microsoft.com/office/drawing/2014/main" id="{DC3B7477-65ED-7959-F8AA-79F6CCF8D3E8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4" name="그룹 2163">
            <a:extLst>
              <a:ext uri="{FF2B5EF4-FFF2-40B4-BE49-F238E27FC236}">
                <a16:creationId xmlns:a16="http://schemas.microsoft.com/office/drawing/2014/main" id="{32DB21AA-AE39-BD57-9A9A-84CC7BA87086}"/>
              </a:ext>
            </a:extLst>
          </p:cNvPr>
          <p:cNvGrpSpPr/>
          <p:nvPr/>
        </p:nvGrpSpPr>
        <p:grpSpPr>
          <a:xfrm>
            <a:off x="18067217" y="8483066"/>
            <a:ext cx="459921" cy="330226"/>
            <a:chOff x="5336088" y="8746284"/>
            <a:chExt cx="915275" cy="657172"/>
          </a:xfrm>
        </p:grpSpPr>
        <p:sp>
          <p:nvSpPr>
            <p:cNvPr id="2165" name="모서리가 둥근 직사각형 1259">
              <a:extLst>
                <a:ext uri="{FF2B5EF4-FFF2-40B4-BE49-F238E27FC236}">
                  <a16:creationId xmlns:a16="http://schemas.microsoft.com/office/drawing/2014/main" id="{C66531B2-20D2-C843-CF83-5E359E26901B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66" name="삼각형 1260">
              <a:extLst>
                <a:ext uri="{FF2B5EF4-FFF2-40B4-BE49-F238E27FC236}">
                  <a16:creationId xmlns:a16="http://schemas.microsoft.com/office/drawing/2014/main" id="{101A2A2E-EA01-B256-89FC-A9D46BD169E0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67" name="삼각형 1261">
              <a:extLst>
                <a:ext uri="{FF2B5EF4-FFF2-40B4-BE49-F238E27FC236}">
                  <a16:creationId xmlns:a16="http://schemas.microsoft.com/office/drawing/2014/main" id="{4BB7802B-8091-44C4-3DFE-3BF2FA9ECD17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23C0911B-FC97-C2CE-4DC6-718E6C7D2275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93EB92D6-283C-E75D-6192-DAB791CB76CB}"/>
              </a:ext>
            </a:extLst>
          </p:cNvPr>
          <p:cNvGrpSpPr/>
          <p:nvPr/>
        </p:nvGrpSpPr>
        <p:grpSpPr>
          <a:xfrm>
            <a:off x="13190886" y="10728222"/>
            <a:ext cx="341762" cy="245387"/>
            <a:chOff x="5336088" y="8746284"/>
            <a:chExt cx="915275" cy="657172"/>
          </a:xfrm>
        </p:grpSpPr>
        <p:sp>
          <p:nvSpPr>
            <p:cNvPr id="516" name="모서리가 둥근 직사각형 1259">
              <a:extLst>
                <a:ext uri="{FF2B5EF4-FFF2-40B4-BE49-F238E27FC236}">
                  <a16:creationId xmlns:a16="http://schemas.microsoft.com/office/drawing/2014/main" id="{5211966D-F10B-D80C-2C0B-EE8882D61052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17" name="삼각형 1260">
              <a:extLst>
                <a:ext uri="{FF2B5EF4-FFF2-40B4-BE49-F238E27FC236}">
                  <a16:creationId xmlns:a16="http://schemas.microsoft.com/office/drawing/2014/main" id="{16B52FBF-76F9-3098-6D41-C73CC959B2BD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18" name="삼각형 1261">
              <a:extLst>
                <a:ext uri="{FF2B5EF4-FFF2-40B4-BE49-F238E27FC236}">
                  <a16:creationId xmlns:a16="http://schemas.microsoft.com/office/drawing/2014/main" id="{DEB083A9-62FA-4765-9EBE-81F7B6BEC9CF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2F195600-44EC-CE20-EFCF-1845996358A8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20" name="그룹 519">
            <a:extLst>
              <a:ext uri="{FF2B5EF4-FFF2-40B4-BE49-F238E27FC236}">
                <a16:creationId xmlns:a16="http://schemas.microsoft.com/office/drawing/2014/main" id="{18413FAD-A302-6226-78A8-43D0A0B16F0D}"/>
              </a:ext>
            </a:extLst>
          </p:cNvPr>
          <p:cNvGrpSpPr/>
          <p:nvPr/>
        </p:nvGrpSpPr>
        <p:grpSpPr>
          <a:xfrm>
            <a:off x="18657025" y="10643658"/>
            <a:ext cx="398591" cy="286191"/>
            <a:chOff x="5336088" y="8746284"/>
            <a:chExt cx="915275" cy="657172"/>
          </a:xfrm>
        </p:grpSpPr>
        <p:sp>
          <p:nvSpPr>
            <p:cNvPr id="521" name="모서리가 둥근 직사각형 1259">
              <a:extLst>
                <a:ext uri="{FF2B5EF4-FFF2-40B4-BE49-F238E27FC236}">
                  <a16:creationId xmlns:a16="http://schemas.microsoft.com/office/drawing/2014/main" id="{5C5CF513-4684-BF0A-D2C9-8D0CC3178547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2" name="삼각형 1260">
              <a:extLst>
                <a:ext uri="{FF2B5EF4-FFF2-40B4-BE49-F238E27FC236}">
                  <a16:creationId xmlns:a16="http://schemas.microsoft.com/office/drawing/2014/main" id="{2BE728F8-FC2B-DDDF-5334-4A3C17F579AE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3" name="삼각형 1261">
              <a:extLst>
                <a:ext uri="{FF2B5EF4-FFF2-40B4-BE49-F238E27FC236}">
                  <a16:creationId xmlns:a16="http://schemas.microsoft.com/office/drawing/2014/main" id="{8A3CB669-30E5-D79E-B3CD-12DCC60B8C74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C5E7B1AE-5EA5-3015-DC7E-D6DCD2224154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6" name="TextBox 525">
                <a:extLst>
                  <a:ext uri="{FF2B5EF4-FFF2-40B4-BE49-F238E27FC236}">
                    <a16:creationId xmlns:a16="http://schemas.microsoft.com/office/drawing/2014/main" id="{3E4FA2E8-DE66-FA02-9C9D-2329867A0317}"/>
                  </a:ext>
                </a:extLst>
              </p:cNvPr>
              <p:cNvSpPr txBox="1"/>
              <p:nvPr/>
            </p:nvSpPr>
            <p:spPr>
              <a:xfrm>
                <a:off x="6042806" y="7470527"/>
                <a:ext cx="56878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solidFill>
                            <a:srgbClr val="812DE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𝓖</m:t>
                      </m:r>
                    </m:oMath>
                  </m:oMathPara>
                </a14:m>
                <a:endParaRPr lang="ko-KR" altLang="en-US" sz="3600" b="1" dirty="0">
                  <a:solidFill>
                    <a:srgbClr val="812DE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26" name="TextBox 525">
                <a:extLst>
                  <a:ext uri="{FF2B5EF4-FFF2-40B4-BE49-F238E27FC236}">
                    <a16:creationId xmlns:a16="http://schemas.microsoft.com/office/drawing/2014/main" id="{3E4FA2E8-DE66-FA02-9C9D-2329867A0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806" y="7470527"/>
                <a:ext cx="568785" cy="553998"/>
              </a:xfrm>
              <a:prstGeom prst="rect">
                <a:avLst/>
              </a:prstGeom>
              <a:blipFill>
                <a:blip r:embed="rId77"/>
                <a:stretch>
                  <a:fillRect l="-10870" r="-13043" b="-34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00D3C1C9-EFCC-E726-ACE1-05B34D3C3C67}"/>
                  </a:ext>
                </a:extLst>
              </p:cNvPr>
              <p:cNvSpPr txBox="1"/>
              <p:nvPr/>
            </p:nvSpPr>
            <p:spPr>
              <a:xfrm>
                <a:off x="7078032" y="3747040"/>
                <a:ext cx="4962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 xmlns=""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00D3C1C9-EFCC-E726-ACE1-05B34D3C3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032" y="3747040"/>
                <a:ext cx="496225" cy="430887"/>
              </a:xfrm>
              <a:prstGeom prst="rect">
                <a:avLst/>
              </a:prstGeom>
              <a:blipFill>
                <a:blip r:embed="rId78"/>
                <a:stretch>
                  <a:fillRect l="-17500" r="-2500" b="-147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8D848F06-F3DC-4679-753D-98E8C60226B6}"/>
              </a:ext>
            </a:extLst>
          </p:cNvPr>
          <p:cNvGrpSpPr/>
          <p:nvPr/>
        </p:nvGrpSpPr>
        <p:grpSpPr>
          <a:xfrm>
            <a:off x="13738052" y="10727314"/>
            <a:ext cx="283477" cy="257252"/>
            <a:chOff x="5393974" y="4956640"/>
            <a:chExt cx="651294" cy="591043"/>
          </a:xfrm>
          <a:scene3d>
            <a:camera prst="orthographicFront">
              <a:rot lat="0" lon="0" rev="0"/>
            </a:camera>
            <a:lightRig rig="threePt" dir="t"/>
          </a:scene3d>
        </p:grpSpPr>
        <p:sp>
          <p:nvSpPr>
            <p:cNvPr id="6" name="양쪽 모서리가 둥근 사각형 5">
              <a:extLst>
                <a:ext uri="{FF2B5EF4-FFF2-40B4-BE49-F238E27FC236}">
                  <a16:creationId xmlns:a16="http://schemas.microsoft.com/office/drawing/2014/main" id="{E61DB9F1-CDF3-E3A1-1B0D-62A8A935B210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82FF1C1-90EB-E960-7BE5-DAB101F5EC07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84F25C5-B176-C2FF-3836-F8F992CF2FFA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48D232D-A5FF-61B5-52D0-EC7A8783023A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17338E9-DEC7-0714-9CB0-C8F70BDEF273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7A8D8AB-907A-18FA-5F50-AF65956036AE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F34E15E-9207-DD61-2288-19D8DDB91709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D48B563-98F1-C8C8-5DF0-CA44BA9F073E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4E99AFC-7B02-A123-F54A-3B6F5C2DFCBB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238F53F-F975-95B7-EF21-BA8CCDBC53B9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75E5B5D-8052-CF71-41D6-6DFDFCA29CDC}"/>
              </a:ext>
            </a:extLst>
          </p:cNvPr>
          <p:cNvGrpSpPr/>
          <p:nvPr/>
        </p:nvGrpSpPr>
        <p:grpSpPr>
          <a:xfrm>
            <a:off x="1893007" y="11011474"/>
            <a:ext cx="603199" cy="433100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F7703167-BB01-D5CC-5B0F-13A9AA9FA61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삼각형 49">
              <a:extLst>
                <a:ext uri="{FF2B5EF4-FFF2-40B4-BE49-F238E27FC236}">
                  <a16:creationId xmlns:a16="http://schemas.microsoft.com/office/drawing/2014/main" id="{34EF313E-4AB3-9A30-8D3F-450FF031D68F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" name="삼각형 51">
              <a:extLst>
                <a:ext uri="{FF2B5EF4-FFF2-40B4-BE49-F238E27FC236}">
                  <a16:creationId xmlns:a16="http://schemas.microsoft.com/office/drawing/2014/main" id="{1957B664-5E5B-5E2F-4DF0-954D6177B2E6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EB38AD26-878C-64D2-931F-827B10A0B645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B9536FA-0F1F-3A3F-BC6B-E8AB49051FF1}"/>
              </a:ext>
            </a:extLst>
          </p:cNvPr>
          <p:cNvGrpSpPr/>
          <p:nvPr/>
        </p:nvGrpSpPr>
        <p:grpSpPr>
          <a:xfrm>
            <a:off x="3683091" y="10410160"/>
            <a:ext cx="770164" cy="552981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CA0B7350-A0EB-ECED-1321-DCE6999AA6F1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삼각형 62">
              <a:extLst>
                <a:ext uri="{FF2B5EF4-FFF2-40B4-BE49-F238E27FC236}">
                  <a16:creationId xmlns:a16="http://schemas.microsoft.com/office/drawing/2014/main" id="{8A5B4B66-121C-EB0D-8E8F-905492BD8AF9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56" name="삼각형 1855">
              <a:extLst>
                <a:ext uri="{FF2B5EF4-FFF2-40B4-BE49-F238E27FC236}">
                  <a16:creationId xmlns:a16="http://schemas.microsoft.com/office/drawing/2014/main" id="{5D4C12D5-688E-D10C-E990-C98D43195757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57" name="타원 1856">
              <a:extLst>
                <a:ext uri="{FF2B5EF4-FFF2-40B4-BE49-F238E27FC236}">
                  <a16:creationId xmlns:a16="http://schemas.microsoft.com/office/drawing/2014/main" id="{095E41DA-A829-E9DE-3FC2-529E67F225E6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859" name="그룹 1858">
            <a:extLst>
              <a:ext uri="{FF2B5EF4-FFF2-40B4-BE49-F238E27FC236}">
                <a16:creationId xmlns:a16="http://schemas.microsoft.com/office/drawing/2014/main" id="{F567D5F1-D1F4-2C8D-55FB-FA4A34049B53}"/>
              </a:ext>
            </a:extLst>
          </p:cNvPr>
          <p:cNvGrpSpPr/>
          <p:nvPr/>
        </p:nvGrpSpPr>
        <p:grpSpPr>
          <a:xfrm>
            <a:off x="2492711" y="9870334"/>
            <a:ext cx="603199" cy="433100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861" name="모서리가 둥근 직사각형 1860">
              <a:extLst>
                <a:ext uri="{FF2B5EF4-FFF2-40B4-BE49-F238E27FC236}">
                  <a16:creationId xmlns:a16="http://schemas.microsoft.com/office/drawing/2014/main" id="{93125B57-A233-ADC8-6A13-8540316D93F6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62" name="삼각형 1861">
              <a:extLst>
                <a:ext uri="{FF2B5EF4-FFF2-40B4-BE49-F238E27FC236}">
                  <a16:creationId xmlns:a16="http://schemas.microsoft.com/office/drawing/2014/main" id="{C20F68D0-45F9-593D-C5B5-34991FE3082A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73" name="삼각형 1872">
              <a:extLst>
                <a:ext uri="{FF2B5EF4-FFF2-40B4-BE49-F238E27FC236}">
                  <a16:creationId xmlns:a16="http://schemas.microsoft.com/office/drawing/2014/main" id="{C11DB998-3E4E-B932-7BB6-C3C4AA0BECA4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74" name="타원 1873">
              <a:extLst>
                <a:ext uri="{FF2B5EF4-FFF2-40B4-BE49-F238E27FC236}">
                  <a16:creationId xmlns:a16="http://schemas.microsoft.com/office/drawing/2014/main" id="{85ED7CA7-655A-4BAD-37C2-FF06480154CE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881" name="그룹 1880">
            <a:extLst>
              <a:ext uri="{FF2B5EF4-FFF2-40B4-BE49-F238E27FC236}">
                <a16:creationId xmlns:a16="http://schemas.microsoft.com/office/drawing/2014/main" id="{C9E008F4-C377-2EE7-60CA-E2C112C1E134}"/>
              </a:ext>
            </a:extLst>
          </p:cNvPr>
          <p:cNvGrpSpPr/>
          <p:nvPr/>
        </p:nvGrpSpPr>
        <p:grpSpPr>
          <a:xfrm>
            <a:off x="4098452" y="9831946"/>
            <a:ext cx="715087" cy="647406"/>
            <a:chOff x="1362075" y="-445560"/>
            <a:chExt cx="487373" cy="441244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882" name="모서리가 둥근 직사각형 1881">
              <a:extLst>
                <a:ext uri="{FF2B5EF4-FFF2-40B4-BE49-F238E27FC236}">
                  <a16:creationId xmlns:a16="http://schemas.microsoft.com/office/drawing/2014/main" id="{8814995F-1A97-6E20-0254-803E6E352583}"/>
                </a:ext>
              </a:extLst>
            </p:cNvPr>
            <p:cNvSpPr/>
            <p:nvPr/>
          </p:nvSpPr>
          <p:spPr>
            <a:xfrm>
              <a:off x="1362075" y="-445560"/>
              <a:ext cx="487373" cy="441244"/>
            </a:xfrm>
            <a:prstGeom prst="roundRect">
              <a:avLst/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83" name="직선 연결선[R] 1882">
              <a:extLst>
                <a:ext uri="{FF2B5EF4-FFF2-40B4-BE49-F238E27FC236}">
                  <a16:creationId xmlns:a16="http://schemas.microsoft.com/office/drawing/2014/main" id="{FE29AF35-BAC0-772F-CEE6-C0FE61CFBEC3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2356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4" name="직선 연결선[R] 1883">
              <a:extLst>
                <a:ext uri="{FF2B5EF4-FFF2-40B4-BE49-F238E27FC236}">
                  <a16:creationId xmlns:a16="http://schemas.microsoft.com/office/drawing/2014/main" id="{864C51CD-0B5C-28C7-B15F-81738A8652C1}"/>
                </a:ext>
              </a:extLst>
            </p:cNvPr>
            <p:cNvCxnSpPr>
              <a:cxnSpLocks/>
            </p:cNvCxnSpPr>
            <p:nvPr/>
          </p:nvCxnSpPr>
          <p:spPr>
            <a:xfrm>
              <a:off x="1436457" y="-134007"/>
              <a:ext cx="338630" cy="0"/>
            </a:xfrm>
            <a:prstGeom prst="line">
              <a:avLst/>
            </a:prstGeom>
            <a:ln w="38100">
              <a:solidFill>
                <a:srgbClr val="6358F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5" name="그룹 1884">
            <a:extLst>
              <a:ext uri="{FF2B5EF4-FFF2-40B4-BE49-F238E27FC236}">
                <a16:creationId xmlns:a16="http://schemas.microsoft.com/office/drawing/2014/main" id="{AC5802FD-BC78-80AD-83E1-72880DB3754F}"/>
              </a:ext>
            </a:extLst>
          </p:cNvPr>
          <p:cNvGrpSpPr/>
          <p:nvPr/>
        </p:nvGrpSpPr>
        <p:grpSpPr>
          <a:xfrm>
            <a:off x="5259189" y="10906371"/>
            <a:ext cx="603199" cy="433100"/>
            <a:chOff x="5336088" y="8746284"/>
            <a:chExt cx="915275" cy="657172"/>
          </a:xfrm>
          <a:scene3d>
            <a:camera prst="orthographicFront">
              <a:rot lat="19500000" lon="18180000" rev="2460000"/>
            </a:camera>
            <a:lightRig rig="threePt" dir="t"/>
          </a:scene3d>
        </p:grpSpPr>
        <p:sp>
          <p:nvSpPr>
            <p:cNvPr id="1893" name="모서리가 둥근 직사각형 1892">
              <a:extLst>
                <a:ext uri="{FF2B5EF4-FFF2-40B4-BE49-F238E27FC236}">
                  <a16:creationId xmlns:a16="http://schemas.microsoft.com/office/drawing/2014/main" id="{989EFAC2-9B92-92A5-D9EF-E29DD06079E8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01" name="삼각형 1900">
              <a:extLst>
                <a:ext uri="{FF2B5EF4-FFF2-40B4-BE49-F238E27FC236}">
                  <a16:creationId xmlns:a16="http://schemas.microsoft.com/office/drawing/2014/main" id="{2FC7375D-35C3-E28E-305B-4AFEC40911BF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02" name="삼각형 1901">
              <a:extLst>
                <a:ext uri="{FF2B5EF4-FFF2-40B4-BE49-F238E27FC236}">
                  <a16:creationId xmlns:a16="http://schemas.microsoft.com/office/drawing/2014/main" id="{EE561EED-0B50-18EA-DE2D-544544385528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03" name="타원 1902">
              <a:extLst>
                <a:ext uri="{FF2B5EF4-FFF2-40B4-BE49-F238E27FC236}">
                  <a16:creationId xmlns:a16="http://schemas.microsoft.com/office/drawing/2014/main" id="{44EF4ABD-458A-81ED-FEDC-6BCC4DC5842F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1918" name="직선 연결선[R] 40">
            <a:extLst>
              <a:ext uri="{FF2B5EF4-FFF2-40B4-BE49-F238E27FC236}">
                <a16:creationId xmlns:a16="http://schemas.microsoft.com/office/drawing/2014/main" id="{F0AC539F-35DB-0F17-616D-C2B86144C5F1}"/>
              </a:ext>
            </a:extLst>
          </p:cNvPr>
          <p:cNvCxnSpPr>
            <a:cxnSpLocks/>
          </p:cNvCxnSpPr>
          <p:nvPr/>
        </p:nvCxnSpPr>
        <p:spPr>
          <a:xfrm flipH="1">
            <a:off x="1366739" y="8317005"/>
            <a:ext cx="192741" cy="16846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2" name="직선 연결선[R] 40">
            <a:extLst>
              <a:ext uri="{FF2B5EF4-FFF2-40B4-BE49-F238E27FC236}">
                <a16:creationId xmlns:a16="http://schemas.microsoft.com/office/drawing/2014/main" id="{62584B3D-F0ED-F89A-3B2A-0E5F4A21E802}"/>
              </a:ext>
            </a:extLst>
          </p:cNvPr>
          <p:cNvCxnSpPr>
            <a:cxnSpLocks/>
          </p:cNvCxnSpPr>
          <p:nvPr/>
        </p:nvCxnSpPr>
        <p:spPr>
          <a:xfrm>
            <a:off x="1635075" y="8314876"/>
            <a:ext cx="438716" cy="162182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4" name="직선 연결선[R] 40">
            <a:extLst>
              <a:ext uri="{FF2B5EF4-FFF2-40B4-BE49-F238E27FC236}">
                <a16:creationId xmlns:a16="http://schemas.microsoft.com/office/drawing/2014/main" id="{086F3E73-B6CD-FE00-CECF-6A5DB92BDB20}"/>
              </a:ext>
            </a:extLst>
          </p:cNvPr>
          <p:cNvCxnSpPr>
            <a:cxnSpLocks/>
            <a:endCxn id="1861" idx="0"/>
          </p:cNvCxnSpPr>
          <p:nvPr/>
        </p:nvCxnSpPr>
        <p:spPr>
          <a:xfrm>
            <a:off x="1698867" y="8271066"/>
            <a:ext cx="1095444" cy="15992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6" name="직선 연결선[R] 40">
            <a:extLst>
              <a:ext uri="{FF2B5EF4-FFF2-40B4-BE49-F238E27FC236}">
                <a16:creationId xmlns:a16="http://schemas.microsoft.com/office/drawing/2014/main" id="{6474765F-24D0-123B-3308-E59A19F187BD}"/>
              </a:ext>
            </a:extLst>
          </p:cNvPr>
          <p:cNvCxnSpPr>
            <a:cxnSpLocks/>
          </p:cNvCxnSpPr>
          <p:nvPr/>
        </p:nvCxnSpPr>
        <p:spPr>
          <a:xfrm>
            <a:off x="2506209" y="9166614"/>
            <a:ext cx="192181" cy="18969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9" name="직선 연결선[R] 40">
            <a:extLst>
              <a:ext uri="{FF2B5EF4-FFF2-40B4-BE49-F238E27FC236}">
                <a16:creationId xmlns:a16="http://schemas.microsoft.com/office/drawing/2014/main" id="{780EE055-0C9A-4183-D374-2144E49A91AE}"/>
              </a:ext>
            </a:extLst>
          </p:cNvPr>
          <p:cNvCxnSpPr>
            <a:cxnSpLocks/>
          </p:cNvCxnSpPr>
          <p:nvPr/>
        </p:nvCxnSpPr>
        <p:spPr>
          <a:xfrm flipH="1">
            <a:off x="2104938" y="9166614"/>
            <a:ext cx="410674" cy="19151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1" name="직선 연결선[R] 40">
            <a:extLst>
              <a:ext uri="{FF2B5EF4-FFF2-40B4-BE49-F238E27FC236}">
                <a16:creationId xmlns:a16="http://schemas.microsoft.com/office/drawing/2014/main" id="{407A5BDF-DBC8-3B26-94AD-6529A6502146}"/>
              </a:ext>
            </a:extLst>
          </p:cNvPr>
          <p:cNvCxnSpPr>
            <a:cxnSpLocks/>
          </p:cNvCxnSpPr>
          <p:nvPr/>
        </p:nvCxnSpPr>
        <p:spPr>
          <a:xfrm>
            <a:off x="3269218" y="8639774"/>
            <a:ext cx="662351" cy="183957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3" name="직선 연결선[R] 40">
            <a:extLst>
              <a:ext uri="{FF2B5EF4-FFF2-40B4-BE49-F238E27FC236}">
                <a16:creationId xmlns:a16="http://schemas.microsoft.com/office/drawing/2014/main" id="{2E8F93F6-F183-4FD0-C117-39BE147A3F6E}"/>
              </a:ext>
            </a:extLst>
          </p:cNvPr>
          <p:cNvCxnSpPr>
            <a:cxnSpLocks/>
          </p:cNvCxnSpPr>
          <p:nvPr/>
        </p:nvCxnSpPr>
        <p:spPr>
          <a:xfrm>
            <a:off x="3263928" y="8584962"/>
            <a:ext cx="0" cy="19587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직선 연결선[R] 40">
            <a:extLst>
              <a:ext uri="{FF2B5EF4-FFF2-40B4-BE49-F238E27FC236}">
                <a16:creationId xmlns:a16="http://schemas.microsoft.com/office/drawing/2014/main" id="{B2A6E27C-EFDB-DB0C-FC40-AECDEED35A8C}"/>
              </a:ext>
            </a:extLst>
          </p:cNvPr>
          <p:cNvCxnSpPr>
            <a:cxnSpLocks/>
          </p:cNvCxnSpPr>
          <p:nvPr/>
        </p:nvCxnSpPr>
        <p:spPr>
          <a:xfrm flipH="1">
            <a:off x="2694699" y="8617657"/>
            <a:ext cx="569229" cy="191997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직선 연결선[R] 40">
            <a:extLst>
              <a:ext uri="{FF2B5EF4-FFF2-40B4-BE49-F238E27FC236}">
                <a16:creationId xmlns:a16="http://schemas.microsoft.com/office/drawing/2014/main" id="{86C6E324-C55F-6BB9-742A-A4E36143D7A6}"/>
              </a:ext>
            </a:extLst>
          </p:cNvPr>
          <p:cNvCxnSpPr>
            <a:cxnSpLocks/>
          </p:cNvCxnSpPr>
          <p:nvPr/>
        </p:nvCxnSpPr>
        <p:spPr>
          <a:xfrm flipH="1">
            <a:off x="4329719" y="8296709"/>
            <a:ext cx="41063" cy="164141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직선 연결선[R] 40">
            <a:extLst>
              <a:ext uri="{FF2B5EF4-FFF2-40B4-BE49-F238E27FC236}">
                <a16:creationId xmlns:a16="http://schemas.microsoft.com/office/drawing/2014/main" id="{10EC9D2A-EDDE-D054-97AC-0BA34DE05ED9}"/>
              </a:ext>
            </a:extLst>
          </p:cNvPr>
          <p:cNvCxnSpPr>
            <a:cxnSpLocks/>
          </p:cNvCxnSpPr>
          <p:nvPr/>
        </p:nvCxnSpPr>
        <p:spPr>
          <a:xfrm flipH="1">
            <a:off x="4890532" y="9156608"/>
            <a:ext cx="418872" cy="18632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직선 연결선[R] 40">
            <a:extLst>
              <a:ext uri="{FF2B5EF4-FFF2-40B4-BE49-F238E27FC236}">
                <a16:creationId xmlns:a16="http://schemas.microsoft.com/office/drawing/2014/main" id="{AAC2DC7A-BA10-BFB5-AC2B-CD163A02EE9B}"/>
              </a:ext>
            </a:extLst>
          </p:cNvPr>
          <p:cNvCxnSpPr>
            <a:cxnSpLocks/>
          </p:cNvCxnSpPr>
          <p:nvPr/>
        </p:nvCxnSpPr>
        <p:spPr>
          <a:xfrm>
            <a:off x="5325266" y="9166614"/>
            <a:ext cx="86050" cy="18048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[R] 34">
            <a:extLst>
              <a:ext uri="{FF2B5EF4-FFF2-40B4-BE49-F238E27FC236}">
                <a16:creationId xmlns:a16="http://schemas.microsoft.com/office/drawing/2014/main" id="{FF8C9DC9-5EA6-D3CD-BD71-F867FA8DC2AB}"/>
              </a:ext>
            </a:extLst>
          </p:cNvPr>
          <p:cNvCxnSpPr>
            <a:cxnSpLocks/>
          </p:cNvCxnSpPr>
          <p:nvPr/>
        </p:nvCxnSpPr>
        <p:spPr>
          <a:xfrm flipH="1">
            <a:off x="2228467" y="8401224"/>
            <a:ext cx="490843" cy="1534700"/>
          </a:xfrm>
          <a:prstGeom prst="line">
            <a:avLst/>
          </a:prstGeom>
          <a:ln w="19050"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42E2BC49-CFA2-BA54-1240-1276D916725B}"/>
                  </a:ext>
                </a:extLst>
              </p:cNvPr>
              <p:cNvSpPr txBox="1"/>
              <p:nvPr/>
            </p:nvSpPr>
            <p:spPr>
              <a:xfrm>
                <a:off x="938375" y="9585375"/>
                <a:ext cx="623569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42E2BC49-CFA2-BA54-1240-1276D9167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75" y="9585375"/>
                <a:ext cx="623569" cy="397609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D830B8F9-BDF9-44EA-29B7-98FE04615DFC}"/>
                  </a:ext>
                </a:extLst>
              </p:cNvPr>
              <p:cNvSpPr txBox="1"/>
              <p:nvPr/>
            </p:nvSpPr>
            <p:spPr>
              <a:xfrm>
                <a:off x="1657902" y="9585375"/>
                <a:ext cx="623569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D830B8F9-BDF9-44EA-29B7-98FE04615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902" y="9585375"/>
                <a:ext cx="623569" cy="397609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0F10E698-B308-07C7-8C0E-D0C617C15170}"/>
                  </a:ext>
                </a:extLst>
              </p:cNvPr>
              <p:cNvSpPr txBox="1"/>
              <p:nvPr/>
            </p:nvSpPr>
            <p:spPr>
              <a:xfrm>
                <a:off x="2287488" y="9585375"/>
                <a:ext cx="623569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0F10E698-B308-07C7-8C0E-D0C617C1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488" y="9585375"/>
                <a:ext cx="623569" cy="397609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TextBox 544">
                <a:extLst>
                  <a:ext uri="{FF2B5EF4-FFF2-40B4-BE49-F238E27FC236}">
                    <a16:creationId xmlns:a16="http://schemas.microsoft.com/office/drawing/2014/main" id="{42FA9E73-6B93-3A68-8655-5FBB40831A73}"/>
                  </a:ext>
                </a:extLst>
              </p:cNvPr>
              <p:cNvSpPr txBox="1"/>
              <p:nvPr/>
            </p:nvSpPr>
            <p:spPr>
              <a:xfrm>
                <a:off x="2343703" y="10151254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5" name="TextBox 544">
                <a:extLst>
                  <a:ext uri="{FF2B5EF4-FFF2-40B4-BE49-F238E27FC236}">
                    <a16:creationId xmlns:a16="http://schemas.microsoft.com/office/drawing/2014/main" id="{42FA9E73-6B93-3A68-8655-5FBB40831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703" y="10151254"/>
                <a:ext cx="629211" cy="397609"/>
              </a:xfrm>
              <a:prstGeom prst="rect">
                <a:avLst/>
              </a:prstGeom>
              <a:blipFill>
                <a:blip r:embed="rId8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TextBox 545">
                <a:extLst>
                  <a:ext uri="{FF2B5EF4-FFF2-40B4-BE49-F238E27FC236}">
                    <a16:creationId xmlns:a16="http://schemas.microsoft.com/office/drawing/2014/main" id="{1906C061-2CD4-4955-7DE4-55FE2D315A58}"/>
                  </a:ext>
                </a:extLst>
              </p:cNvPr>
              <p:cNvSpPr txBox="1"/>
              <p:nvPr/>
            </p:nvSpPr>
            <p:spPr>
              <a:xfrm>
                <a:off x="2871160" y="10151254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6" name="TextBox 545">
                <a:extLst>
                  <a:ext uri="{FF2B5EF4-FFF2-40B4-BE49-F238E27FC236}">
                    <a16:creationId xmlns:a16="http://schemas.microsoft.com/office/drawing/2014/main" id="{1906C061-2CD4-4955-7DE4-55FE2D315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160" y="10151254"/>
                <a:ext cx="629211" cy="397609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TextBox 546">
                <a:extLst>
                  <a:ext uri="{FF2B5EF4-FFF2-40B4-BE49-F238E27FC236}">
                    <a16:creationId xmlns:a16="http://schemas.microsoft.com/office/drawing/2014/main" id="{6917C322-6A1A-EE27-6F0F-48CD6FE8E7A0}"/>
                  </a:ext>
                </a:extLst>
              </p:cNvPr>
              <p:cNvSpPr txBox="1"/>
              <p:nvPr/>
            </p:nvSpPr>
            <p:spPr>
              <a:xfrm>
                <a:off x="3542253" y="10151254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7" name="TextBox 546">
                <a:extLst>
                  <a:ext uri="{FF2B5EF4-FFF2-40B4-BE49-F238E27FC236}">
                    <a16:creationId xmlns:a16="http://schemas.microsoft.com/office/drawing/2014/main" id="{6917C322-6A1A-EE27-6F0F-48CD6FE8E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253" y="10151254"/>
                <a:ext cx="629211" cy="397609"/>
              </a:xfrm>
              <a:prstGeom prst="rect">
                <a:avLst/>
              </a:prstGeom>
              <a:blipFill>
                <a:blip r:embed="rId8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CD368FA4-A908-E6C0-5B66-BF2C4B02DA7E}"/>
                  </a:ext>
                </a:extLst>
              </p:cNvPr>
              <p:cNvSpPr txBox="1"/>
              <p:nvPr/>
            </p:nvSpPr>
            <p:spPr>
              <a:xfrm>
                <a:off x="1626278" y="10713302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CD368FA4-A908-E6C0-5B66-BF2C4B02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278" y="10713302"/>
                <a:ext cx="629211" cy="397609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E062F15A-FE17-7AB2-59BE-80F0F86F632D}"/>
                  </a:ext>
                </a:extLst>
              </p:cNvPr>
              <p:cNvSpPr txBox="1"/>
              <p:nvPr/>
            </p:nvSpPr>
            <p:spPr>
              <a:xfrm>
                <a:off x="2213430" y="10713302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E062F15A-FE17-7AB2-59BE-80F0F86F6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430" y="10713302"/>
                <a:ext cx="629211" cy="397609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2F0A62B5-AD93-4167-A41A-4C8EDA32742D}"/>
                  </a:ext>
                </a:extLst>
              </p:cNvPr>
              <p:cNvSpPr txBox="1"/>
              <p:nvPr/>
            </p:nvSpPr>
            <p:spPr>
              <a:xfrm>
                <a:off x="3927268" y="9622767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2F0A62B5-AD93-4167-A41A-4C8EDA327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268" y="9622767"/>
                <a:ext cx="629211" cy="397609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F4ABA38F-B230-FF27-8FB4-A8786C67D020}"/>
                  </a:ext>
                </a:extLst>
              </p:cNvPr>
              <p:cNvSpPr txBox="1"/>
              <p:nvPr/>
            </p:nvSpPr>
            <p:spPr>
              <a:xfrm>
                <a:off x="4428467" y="10648840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5,1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F4ABA38F-B230-FF27-8FB4-A8786C67D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67" y="10648840"/>
                <a:ext cx="629211" cy="397609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5E365233-9EB9-A32B-1EC2-FADECD972DCC}"/>
                  </a:ext>
                </a:extLst>
              </p:cNvPr>
              <p:cNvSpPr txBox="1"/>
              <p:nvPr/>
            </p:nvSpPr>
            <p:spPr>
              <a:xfrm>
                <a:off x="5051237" y="10648840"/>
                <a:ext cx="629211" cy="397609"/>
              </a:xfrm>
              <a:prstGeom prst="rect">
                <a:avLst/>
              </a:prstGeom>
              <a:noFill/>
              <a:scene3d>
                <a:camera prst="orthographicFront">
                  <a:rot lat="19500000" lon="18180000" rev="246000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9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5,2</m:t>
                          </m:r>
                        </m:sub>
                      </m:sSub>
                    </m:oMath>
                  </m:oMathPara>
                </a14:m>
                <a:endParaRPr lang="ko-KR" altLang="en-US" sz="19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5E365233-9EB9-A32B-1EC2-FADECD972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237" y="10648840"/>
                <a:ext cx="629211" cy="397609"/>
              </a:xfrm>
              <a:prstGeom prst="rect">
                <a:avLst/>
              </a:prstGeom>
              <a:blipFill>
                <a:blip r:embed="rId9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8" name="그룹 557">
            <a:extLst>
              <a:ext uri="{FF2B5EF4-FFF2-40B4-BE49-F238E27FC236}">
                <a16:creationId xmlns:a16="http://schemas.microsoft.com/office/drawing/2014/main" id="{C5308A03-A4C7-E7A7-4198-544E071F4BA3}"/>
              </a:ext>
            </a:extLst>
          </p:cNvPr>
          <p:cNvGrpSpPr/>
          <p:nvPr/>
        </p:nvGrpSpPr>
        <p:grpSpPr>
          <a:xfrm>
            <a:off x="13988624" y="9559930"/>
            <a:ext cx="459921" cy="330226"/>
            <a:chOff x="5336088" y="8746284"/>
            <a:chExt cx="915275" cy="657172"/>
          </a:xfrm>
        </p:grpSpPr>
        <p:sp>
          <p:nvSpPr>
            <p:cNvPr id="559" name="모서리가 둥근 직사각형 1259">
              <a:extLst>
                <a:ext uri="{FF2B5EF4-FFF2-40B4-BE49-F238E27FC236}">
                  <a16:creationId xmlns:a16="http://schemas.microsoft.com/office/drawing/2014/main" id="{D30C84FC-FC33-9CCC-5542-35DF20E34B91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0" name="삼각형 1260">
              <a:extLst>
                <a:ext uri="{FF2B5EF4-FFF2-40B4-BE49-F238E27FC236}">
                  <a16:creationId xmlns:a16="http://schemas.microsoft.com/office/drawing/2014/main" id="{208B62BB-2202-0B77-60AF-B97D44A7D5F9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1" name="삼각형 1261">
              <a:extLst>
                <a:ext uri="{FF2B5EF4-FFF2-40B4-BE49-F238E27FC236}">
                  <a16:creationId xmlns:a16="http://schemas.microsoft.com/office/drawing/2014/main" id="{D5613406-CE39-DD18-4668-763301910A15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2" name="타원 561">
              <a:extLst>
                <a:ext uri="{FF2B5EF4-FFF2-40B4-BE49-F238E27FC236}">
                  <a16:creationId xmlns:a16="http://schemas.microsoft.com/office/drawing/2014/main" id="{4B559661-3E57-F40C-466E-D9950BE02EBF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E2D1A492-6C75-12FD-FF7B-8E9BE3CB59C9}"/>
                  </a:ext>
                </a:extLst>
              </p:cNvPr>
              <p:cNvSpPr txBox="1"/>
              <p:nvPr/>
            </p:nvSpPr>
            <p:spPr>
              <a:xfrm>
                <a:off x="13296161" y="9269400"/>
                <a:ext cx="506934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E2D1A492-6C75-12FD-FF7B-8E9BE3CB5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6161" y="9269400"/>
                <a:ext cx="506934" cy="317203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3383A96B-6067-126C-EC8B-95DD0119EFF1}"/>
                  </a:ext>
                </a:extLst>
              </p:cNvPr>
              <p:cNvSpPr txBox="1"/>
              <p:nvPr/>
            </p:nvSpPr>
            <p:spPr>
              <a:xfrm>
                <a:off x="13938829" y="9269400"/>
                <a:ext cx="506934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3383A96B-6067-126C-EC8B-95DD0119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29" y="9269400"/>
                <a:ext cx="506934" cy="317203"/>
              </a:xfrm>
              <a:prstGeom prst="rect">
                <a:avLst/>
              </a:prstGeom>
              <a:blipFill>
                <a:blip r:embed="rId9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102E81FF-DFB1-43F5-08C1-BCA1556418F7}"/>
                  </a:ext>
                </a:extLst>
              </p:cNvPr>
              <p:cNvSpPr txBox="1"/>
              <p:nvPr/>
            </p:nvSpPr>
            <p:spPr>
              <a:xfrm>
                <a:off x="12799285" y="9543747"/>
                <a:ext cx="421974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102E81FF-DFB1-43F5-08C1-BCA155641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9285" y="9543747"/>
                <a:ext cx="421974" cy="307777"/>
              </a:xfrm>
              <a:prstGeom prst="rect">
                <a:avLst/>
              </a:prstGeom>
              <a:blipFill>
                <a:blip r:embed="rId9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84BAAF5A-C589-567E-3BE8-F880609EC25B}"/>
                  </a:ext>
                </a:extLst>
              </p:cNvPr>
              <p:cNvSpPr txBox="1"/>
              <p:nvPr/>
            </p:nvSpPr>
            <p:spPr>
              <a:xfrm>
                <a:off x="12721648" y="10609328"/>
                <a:ext cx="426142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84BAAF5A-C589-567E-3BE8-F880609EC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648" y="10609328"/>
                <a:ext cx="426142" cy="307777"/>
              </a:xfrm>
              <a:prstGeom prst="rect">
                <a:avLst/>
              </a:prstGeom>
              <a:blipFill>
                <a:blip r:embed="rId9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97867177-CF9C-51D8-CB2F-56FF1BD0277D}"/>
                  </a:ext>
                </a:extLst>
              </p:cNvPr>
              <p:cNvSpPr txBox="1"/>
              <p:nvPr/>
            </p:nvSpPr>
            <p:spPr>
              <a:xfrm>
                <a:off x="13636965" y="10433966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97867177-CF9C-51D8-CB2F-56FF1BD0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6965" y="10433966"/>
                <a:ext cx="511102" cy="317203"/>
              </a:xfrm>
              <a:prstGeom prst="rect">
                <a:avLst/>
              </a:prstGeom>
              <a:blipFill>
                <a:blip r:embed="rId9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B2D03FE1-F19C-215C-E745-6CCFBF362881}"/>
                  </a:ext>
                </a:extLst>
              </p:cNvPr>
              <p:cNvSpPr txBox="1"/>
              <p:nvPr/>
            </p:nvSpPr>
            <p:spPr>
              <a:xfrm>
                <a:off x="13106216" y="10433966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B2D03FE1-F19C-215C-E745-6CCFBF36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6216" y="10433966"/>
                <a:ext cx="511102" cy="317203"/>
              </a:xfrm>
              <a:prstGeom prst="rect">
                <a:avLst/>
              </a:prstGeom>
              <a:blipFill>
                <a:blip r:embed="rId10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TextBox 574">
                <a:extLst>
                  <a:ext uri="{FF2B5EF4-FFF2-40B4-BE49-F238E27FC236}">
                    <a16:creationId xmlns:a16="http://schemas.microsoft.com/office/drawing/2014/main" id="{B2EA0F0B-16D7-5832-BEC0-1620F6E4AEA8}"/>
                  </a:ext>
                </a:extLst>
              </p:cNvPr>
              <p:cNvSpPr txBox="1"/>
              <p:nvPr/>
            </p:nvSpPr>
            <p:spPr>
              <a:xfrm>
                <a:off x="14087790" y="10433966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75" name="TextBox 574">
                <a:extLst>
                  <a:ext uri="{FF2B5EF4-FFF2-40B4-BE49-F238E27FC236}">
                    <a16:creationId xmlns:a16="http://schemas.microsoft.com/office/drawing/2014/main" id="{B2EA0F0B-16D7-5832-BEC0-1620F6E4A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7790" y="10433966"/>
                <a:ext cx="511102" cy="317203"/>
              </a:xfrm>
              <a:prstGeom prst="rect">
                <a:avLst/>
              </a:prstGeom>
              <a:blipFill>
                <a:blip r:embed="rId10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EBA3CDD4-CA11-B87F-F9B0-8EBE9C2EAF6B}"/>
                  </a:ext>
                </a:extLst>
              </p:cNvPr>
              <p:cNvSpPr txBox="1"/>
              <p:nvPr/>
            </p:nvSpPr>
            <p:spPr>
              <a:xfrm>
                <a:off x="17185818" y="8465663"/>
                <a:ext cx="426142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EBA3CDD4-CA11-B87F-F9B0-8EBE9C2E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818" y="8465663"/>
                <a:ext cx="426142" cy="307777"/>
              </a:xfrm>
              <a:prstGeom prst="rect">
                <a:avLst/>
              </a:prstGeom>
              <a:blipFill>
                <a:blip r:embed="rId10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8" name="TextBox 577">
                <a:extLst>
                  <a:ext uri="{FF2B5EF4-FFF2-40B4-BE49-F238E27FC236}">
                    <a16:creationId xmlns:a16="http://schemas.microsoft.com/office/drawing/2014/main" id="{96111AAE-8C8C-225F-CD95-DAF0CD841662}"/>
                  </a:ext>
                </a:extLst>
              </p:cNvPr>
              <p:cNvSpPr txBox="1"/>
              <p:nvPr/>
            </p:nvSpPr>
            <p:spPr>
              <a:xfrm>
                <a:off x="17627794" y="8449890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78" name="TextBox 577">
                <a:extLst>
                  <a:ext uri="{FF2B5EF4-FFF2-40B4-BE49-F238E27FC236}">
                    <a16:creationId xmlns:a16="http://schemas.microsoft.com/office/drawing/2014/main" id="{96111AAE-8C8C-225F-CD95-DAF0CD841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7794" y="8449890"/>
                <a:ext cx="511102" cy="317203"/>
              </a:xfrm>
              <a:prstGeom prst="rect">
                <a:avLst/>
              </a:prstGeom>
              <a:blipFill>
                <a:blip r:embed="rId10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2F0EF481-E4A2-AFCD-817B-FEE92E994521}"/>
                  </a:ext>
                </a:extLst>
              </p:cNvPr>
              <p:cNvSpPr txBox="1"/>
              <p:nvPr/>
            </p:nvSpPr>
            <p:spPr>
              <a:xfrm>
                <a:off x="17004062" y="10548943"/>
                <a:ext cx="426142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2F0EF481-E4A2-AFCD-817B-FEE92E99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4062" y="10548943"/>
                <a:ext cx="426142" cy="307777"/>
              </a:xfrm>
              <a:prstGeom prst="rect">
                <a:avLst/>
              </a:prstGeom>
              <a:blipFill>
                <a:blip r:embed="rId10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8A8D1702-9913-0AE3-8A74-3006315348BD}"/>
                  </a:ext>
                </a:extLst>
              </p:cNvPr>
              <p:cNvSpPr txBox="1"/>
              <p:nvPr/>
            </p:nvSpPr>
            <p:spPr>
              <a:xfrm>
                <a:off x="17275794" y="10625033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8A8D1702-9913-0AE3-8A74-300631534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5794" y="10625033"/>
                <a:ext cx="511102" cy="317203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4C06477F-A39B-77FB-CED8-B5577B523776}"/>
                  </a:ext>
                </a:extLst>
              </p:cNvPr>
              <p:cNvSpPr txBox="1"/>
              <p:nvPr/>
            </p:nvSpPr>
            <p:spPr>
              <a:xfrm>
                <a:off x="17996319" y="10566416"/>
                <a:ext cx="426142" cy="30777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D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4C06477F-A39B-77FB-CED8-B5577B52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6319" y="10566416"/>
                <a:ext cx="426142" cy="307777"/>
              </a:xfrm>
              <a:prstGeom prst="rect">
                <a:avLst/>
              </a:prstGeom>
              <a:blipFill>
                <a:blip r:embed="rId10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AB4AB021-4429-1536-52F3-CF0E41A03F25}"/>
                  </a:ext>
                </a:extLst>
              </p:cNvPr>
              <p:cNvSpPr txBox="1"/>
              <p:nvPr/>
            </p:nvSpPr>
            <p:spPr>
              <a:xfrm>
                <a:off x="18230107" y="10625033"/>
                <a:ext cx="511102" cy="31720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6262F7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5,2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rgbClr val="6262F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AB4AB021-4429-1536-52F3-CF0E41A03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0107" y="10625033"/>
                <a:ext cx="511102" cy="317203"/>
              </a:xfrm>
              <a:prstGeom prst="rect">
                <a:avLst/>
              </a:prstGeom>
              <a:blipFill>
                <a:blip r:embed="rId10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0" name="그룹 589">
            <a:extLst>
              <a:ext uri="{FF2B5EF4-FFF2-40B4-BE49-F238E27FC236}">
                <a16:creationId xmlns:a16="http://schemas.microsoft.com/office/drawing/2014/main" id="{DD3781B2-F727-8041-524B-5AF5D63A63C1}"/>
              </a:ext>
            </a:extLst>
          </p:cNvPr>
          <p:cNvGrpSpPr/>
          <p:nvPr/>
        </p:nvGrpSpPr>
        <p:grpSpPr>
          <a:xfrm>
            <a:off x="18735115" y="6454752"/>
            <a:ext cx="521072" cy="472867"/>
            <a:chOff x="5393974" y="4956640"/>
            <a:chExt cx="651294" cy="591043"/>
          </a:xfrm>
          <a:scene3d>
            <a:camera prst="orthographicFront">
              <a:rot lat="0" lon="0" rev="0"/>
            </a:camera>
            <a:lightRig rig="threePt" dir="t"/>
          </a:scene3d>
        </p:grpSpPr>
        <p:sp>
          <p:nvSpPr>
            <p:cNvPr id="591" name="양쪽 모서리가 둥근 사각형 590">
              <a:extLst>
                <a:ext uri="{FF2B5EF4-FFF2-40B4-BE49-F238E27FC236}">
                  <a16:creationId xmlns:a16="http://schemas.microsoft.com/office/drawing/2014/main" id="{BF39C454-2076-2D00-94B0-6B79FDBFE213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2" name="직사각형 591">
              <a:extLst>
                <a:ext uri="{FF2B5EF4-FFF2-40B4-BE49-F238E27FC236}">
                  <a16:creationId xmlns:a16="http://schemas.microsoft.com/office/drawing/2014/main" id="{12342BBD-A8B5-D3BD-E31A-905031D93A37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3" name="직사각형 592">
              <a:extLst>
                <a:ext uri="{FF2B5EF4-FFF2-40B4-BE49-F238E27FC236}">
                  <a16:creationId xmlns:a16="http://schemas.microsoft.com/office/drawing/2014/main" id="{AD7AD41B-6A0E-2FAC-F4DA-8055CE2040B4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4" name="직사각형 593">
              <a:extLst>
                <a:ext uri="{FF2B5EF4-FFF2-40B4-BE49-F238E27FC236}">
                  <a16:creationId xmlns:a16="http://schemas.microsoft.com/office/drawing/2014/main" id="{08C99528-CD04-A7D5-34A5-50C94F225272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5" name="직사각형 594">
              <a:extLst>
                <a:ext uri="{FF2B5EF4-FFF2-40B4-BE49-F238E27FC236}">
                  <a16:creationId xmlns:a16="http://schemas.microsoft.com/office/drawing/2014/main" id="{5D15F775-800A-8173-7AC3-1C1DE57F7DE4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6" name="직사각형 595">
              <a:extLst>
                <a:ext uri="{FF2B5EF4-FFF2-40B4-BE49-F238E27FC236}">
                  <a16:creationId xmlns:a16="http://schemas.microsoft.com/office/drawing/2014/main" id="{2C37C0EB-A8BB-9B71-9957-A19D3E4B7F88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7" name="직사각형 596">
              <a:extLst>
                <a:ext uri="{FF2B5EF4-FFF2-40B4-BE49-F238E27FC236}">
                  <a16:creationId xmlns:a16="http://schemas.microsoft.com/office/drawing/2014/main" id="{197D7244-93C5-CA1C-A157-F4B4AA31B17F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8" name="직사각형 597">
              <a:extLst>
                <a:ext uri="{FF2B5EF4-FFF2-40B4-BE49-F238E27FC236}">
                  <a16:creationId xmlns:a16="http://schemas.microsoft.com/office/drawing/2014/main" id="{14806FE6-32BE-F253-75CA-4C6A1E951256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9" name="직사각형 598">
              <a:extLst>
                <a:ext uri="{FF2B5EF4-FFF2-40B4-BE49-F238E27FC236}">
                  <a16:creationId xmlns:a16="http://schemas.microsoft.com/office/drawing/2014/main" id="{8CD3A50C-8CFA-D75D-5FF3-256B7E2199FD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0" name="직사각형 599">
              <a:extLst>
                <a:ext uri="{FF2B5EF4-FFF2-40B4-BE49-F238E27FC236}">
                  <a16:creationId xmlns:a16="http://schemas.microsoft.com/office/drawing/2014/main" id="{AE32532B-72D9-55F6-1EB1-EF8642D039D2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01" name="그룹 600">
            <a:extLst>
              <a:ext uri="{FF2B5EF4-FFF2-40B4-BE49-F238E27FC236}">
                <a16:creationId xmlns:a16="http://schemas.microsoft.com/office/drawing/2014/main" id="{D2C3D0A0-F723-0A83-0747-4E70B1147553}"/>
              </a:ext>
            </a:extLst>
          </p:cNvPr>
          <p:cNvGrpSpPr/>
          <p:nvPr/>
        </p:nvGrpSpPr>
        <p:grpSpPr>
          <a:xfrm>
            <a:off x="15811985" y="6060174"/>
            <a:ext cx="320295" cy="290664"/>
            <a:chOff x="5393974" y="4956640"/>
            <a:chExt cx="651294" cy="591043"/>
          </a:xfrm>
          <a:scene3d>
            <a:camera prst="orthographicFront">
              <a:rot lat="0" lon="0" rev="0"/>
            </a:camera>
            <a:lightRig rig="threePt" dir="t"/>
          </a:scene3d>
        </p:grpSpPr>
        <p:sp>
          <p:nvSpPr>
            <p:cNvPr id="602" name="양쪽 모서리가 둥근 사각형 601">
              <a:extLst>
                <a:ext uri="{FF2B5EF4-FFF2-40B4-BE49-F238E27FC236}">
                  <a16:creationId xmlns:a16="http://schemas.microsoft.com/office/drawing/2014/main" id="{168C6C2B-F0B2-AE12-A569-0733CBC0176B}"/>
                </a:ext>
              </a:extLst>
            </p:cNvPr>
            <p:cNvSpPr/>
            <p:nvPr/>
          </p:nvSpPr>
          <p:spPr>
            <a:xfrm>
              <a:off x="5393974" y="4956640"/>
              <a:ext cx="651294" cy="591043"/>
            </a:xfrm>
            <a:prstGeom prst="round2SameRect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3" name="직사각형 602">
              <a:extLst>
                <a:ext uri="{FF2B5EF4-FFF2-40B4-BE49-F238E27FC236}">
                  <a16:creationId xmlns:a16="http://schemas.microsoft.com/office/drawing/2014/main" id="{BAB1B802-0729-553E-1A79-39CAC2298F18}"/>
                </a:ext>
              </a:extLst>
            </p:cNvPr>
            <p:cNvSpPr/>
            <p:nvPr/>
          </p:nvSpPr>
          <p:spPr>
            <a:xfrm>
              <a:off x="5434702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4" name="직사각형 603">
              <a:extLst>
                <a:ext uri="{FF2B5EF4-FFF2-40B4-BE49-F238E27FC236}">
                  <a16:creationId xmlns:a16="http://schemas.microsoft.com/office/drawing/2014/main" id="{560FFC57-C85E-0D2E-20B2-2E942E0372DE}"/>
                </a:ext>
              </a:extLst>
            </p:cNvPr>
            <p:cNvSpPr/>
            <p:nvPr/>
          </p:nvSpPr>
          <p:spPr>
            <a:xfrm>
              <a:off x="5631978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5" name="직사각형 604">
              <a:extLst>
                <a:ext uri="{FF2B5EF4-FFF2-40B4-BE49-F238E27FC236}">
                  <a16:creationId xmlns:a16="http://schemas.microsoft.com/office/drawing/2014/main" id="{69E2186F-D76A-0548-6988-723C745D3C97}"/>
                </a:ext>
              </a:extLst>
            </p:cNvPr>
            <p:cNvSpPr/>
            <p:nvPr/>
          </p:nvSpPr>
          <p:spPr>
            <a:xfrm>
              <a:off x="5831870" y="5110289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6" name="직사각형 605">
              <a:extLst>
                <a:ext uri="{FF2B5EF4-FFF2-40B4-BE49-F238E27FC236}">
                  <a16:creationId xmlns:a16="http://schemas.microsoft.com/office/drawing/2014/main" id="{24D3506A-661E-4DB2-F85E-70A8B34882C3}"/>
                </a:ext>
              </a:extLst>
            </p:cNvPr>
            <p:cNvSpPr/>
            <p:nvPr/>
          </p:nvSpPr>
          <p:spPr>
            <a:xfrm>
              <a:off x="5434702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7" name="직사각형 606">
              <a:extLst>
                <a:ext uri="{FF2B5EF4-FFF2-40B4-BE49-F238E27FC236}">
                  <a16:creationId xmlns:a16="http://schemas.microsoft.com/office/drawing/2014/main" id="{21B9B285-4630-47F8-CE86-63966D6D2F65}"/>
                </a:ext>
              </a:extLst>
            </p:cNvPr>
            <p:cNvSpPr/>
            <p:nvPr/>
          </p:nvSpPr>
          <p:spPr>
            <a:xfrm>
              <a:off x="5631978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8" name="직사각형 607">
              <a:extLst>
                <a:ext uri="{FF2B5EF4-FFF2-40B4-BE49-F238E27FC236}">
                  <a16:creationId xmlns:a16="http://schemas.microsoft.com/office/drawing/2014/main" id="{796EDB87-593E-2D55-A9C1-B5C3D74CA17C}"/>
                </a:ext>
              </a:extLst>
            </p:cNvPr>
            <p:cNvSpPr/>
            <p:nvPr/>
          </p:nvSpPr>
          <p:spPr>
            <a:xfrm>
              <a:off x="5831870" y="5254670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9" name="직사각형 608">
              <a:extLst>
                <a:ext uri="{FF2B5EF4-FFF2-40B4-BE49-F238E27FC236}">
                  <a16:creationId xmlns:a16="http://schemas.microsoft.com/office/drawing/2014/main" id="{CE33F264-9689-80A9-94CD-49EC910A1BED}"/>
                </a:ext>
              </a:extLst>
            </p:cNvPr>
            <p:cNvSpPr/>
            <p:nvPr/>
          </p:nvSpPr>
          <p:spPr>
            <a:xfrm>
              <a:off x="5434702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0" name="직사각형 609">
              <a:extLst>
                <a:ext uri="{FF2B5EF4-FFF2-40B4-BE49-F238E27FC236}">
                  <a16:creationId xmlns:a16="http://schemas.microsoft.com/office/drawing/2014/main" id="{89E18AB0-755C-F7C4-4944-D27277F6DB4E}"/>
                </a:ext>
              </a:extLst>
            </p:cNvPr>
            <p:cNvSpPr/>
            <p:nvPr/>
          </p:nvSpPr>
          <p:spPr>
            <a:xfrm>
              <a:off x="5631978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1" name="직사각형 610">
              <a:extLst>
                <a:ext uri="{FF2B5EF4-FFF2-40B4-BE49-F238E27FC236}">
                  <a16:creationId xmlns:a16="http://schemas.microsoft.com/office/drawing/2014/main" id="{A1E1F019-9114-F186-0D68-E6AD8CBCFE96}"/>
                </a:ext>
              </a:extLst>
            </p:cNvPr>
            <p:cNvSpPr/>
            <p:nvPr/>
          </p:nvSpPr>
          <p:spPr>
            <a:xfrm>
              <a:off x="5831870" y="5395496"/>
              <a:ext cx="172529" cy="117519"/>
            </a:xfrm>
            <a:prstGeom prst="rect">
              <a:avLst/>
            </a:prstGeom>
            <a:solidFill>
              <a:srgbClr val="B9D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12" name="그룹 611">
            <a:extLst>
              <a:ext uri="{FF2B5EF4-FFF2-40B4-BE49-F238E27FC236}">
                <a16:creationId xmlns:a16="http://schemas.microsoft.com/office/drawing/2014/main" id="{E081120E-DD11-8E55-4F20-E24A40852113}"/>
              </a:ext>
            </a:extLst>
          </p:cNvPr>
          <p:cNvGrpSpPr/>
          <p:nvPr/>
        </p:nvGrpSpPr>
        <p:grpSpPr>
          <a:xfrm>
            <a:off x="15230404" y="6071140"/>
            <a:ext cx="385739" cy="276963"/>
            <a:chOff x="5336088" y="8746284"/>
            <a:chExt cx="915275" cy="657172"/>
          </a:xfrm>
        </p:grpSpPr>
        <p:sp>
          <p:nvSpPr>
            <p:cNvPr id="613" name="모서리가 둥근 직사각형 1259">
              <a:extLst>
                <a:ext uri="{FF2B5EF4-FFF2-40B4-BE49-F238E27FC236}">
                  <a16:creationId xmlns:a16="http://schemas.microsoft.com/office/drawing/2014/main" id="{438EC103-E6ED-2ED5-3898-C79E56E5CFDE}"/>
                </a:ext>
              </a:extLst>
            </p:cNvPr>
            <p:cNvSpPr/>
            <p:nvPr/>
          </p:nvSpPr>
          <p:spPr>
            <a:xfrm>
              <a:off x="5336088" y="8746284"/>
              <a:ext cx="915275" cy="657172"/>
            </a:xfrm>
            <a:prstGeom prst="roundRect">
              <a:avLst>
                <a:gd name="adj" fmla="val 5772"/>
              </a:avLst>
            </a:prstGeom>
            <a:solidFill>
              <a:srgbClr val="B7D1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4" name="삼각형 1260">
              <a:extLst>
                <a:ext uri="{FF2B5EF4-FFF2-40B4-BE49-F238E27FC236}">
                  <a16:creationId xmlns:a16="http://schemas.microsoft.com/office/drawing/2014/main" id="{5256F431-995D-3009-A8B8-A1D12A2830C6}"/>
                </a:ext>
              </a:extLst>
            </p:cNvPr>
            <p:cNvSpPr/>
            <p:nvPr/>
          </p:nvSpPr>
          <p:spPr>
            <a:xfrm>
              <a:off x="5389973" y="9021003"/>
              <a:ext cx="446647" cy="293014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5" name="삼각형 1261">
              <a:extLst>
                <a:ext uri="{FF2B5EF4-FFF2-40B4-BE49-F238E27FC236}">
                  <a16:creationId xmlns:a16="http://schemas.microsoft.com/office/drawing/2014/main" id="{ACD130C7-0A6E-4EB4-DF23-C895E3A5AABE}"/>
                </a:ext>
              </a:extLst>
            </p:cNvPr>
            <p:cNvSpPr/>
            <p:nvPr/>
          </p:nvSpPr>
          <p:spPr>
            <a:xfrm>
              <a:off x="5579443" y="8954179"/>
              <a:ext cx="579528" cy="359838"/>
            </a:xfrm>
            <a:prstGeom prst="triangl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6" name="타원 615">
              <a:extLst>
                <a:ext uri="{FF2B5EF4-FFF2-40B4-BE49-F238E27FC236}">
                  <a16:creationId xmlns:a16="http://schemas.microsoft.com/office/drawing/2014/main" id="{315299F4-7EE4-61AE-D394-644A5D62B988}"/>
                </a:ext>
              </a:extLst>
            </p:cNvPr>
            <p:cNvSpPr/>
            <p:nvPr/>
          </p:nvSpPr>
          <p:spPr>
            <a:xfrm>
              <a:off x="5424157" y="8838854"/>
              <a:ext cx="185419" cy="185419"/>
            </a:xfrm>
            <a:prstGeom prst="ellipse">
              <a:avLst/>
            </a:prstGeom>
            <a:solidFill>
              <a:srgbClr val="635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18" name="그룹 617">
            <a:extLst>
              <a:ext uri="{FF2B5EF4-FFF2-40B4-BE49-F238E27FC236}">
                <a16:creationId xmlns:a16="http://schemas.microsoft.com/office/drawing/2014/main" id="{567756A7-8F1F-0D2F-56E5-6BDFF025013C}"/>
              </a:ext>
            </a:extLst>
          </p:cNvPr>
          <p:cNvGrpSpPr/>
          <p:nvPr/>
        </p:nvGrpSpPr>
        <p:grpSpPr>
          <a:xfrm>
            <a:off x="11836814" y="3439176"/>
            <a:ext cx="975741" cy="389336"/>
            <a:chOff x="94033" y="5852215"/>
            <a:chExt cx="2418631" cy="937778"/>
          </a:xfrm>
        </p:grpSpPr>
        <p:sp>
          <p:nvSpPr>
            <p:cNvPr id="619" name="직사각형 618">
              <a:extLst>
                <a:ext uri="{FF2B5EF4-FFF2-40B4-BE49-F238E27FC236}">
                  <a16:creationId xmlns:a16="http://schemas.microsoft.com/office/drawing/2014/main" id="{5458A848-B7B2-1DB2-0BA3-6B3AA8A8130A}"/>
                </a:ext>
              </a:extLst>
            </p:cNvPr>
            <p:cNvSpPr/>
            <p:nvPr/>
          </p:nvSpPr>
          <p:spPr>
            <a:xfrm>
              <a:off x="1182625" y="5852215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0" name="직각 삼각형[R] 619">
              <a:extLst>
                <a:ext uri="{FF2B5EF4-FFF2-40B4-BE49-F238E27FC236}">
                  <a16:creationId xmlns:a16="http://schemas.microsoft.com/office/drawing/2014/main" id="{9E4777D1-6816-2F11-8FE5-2246BB951F64}"/>
                </a:ext>
              </a:extLst>
            </p:cNvPr>
            <p:cNvSpPr/>
            <p:nvPr/>
          </p:nvSpPr>
          <p:spPr>
            <a:xfrm rot="10800000">
              <a:off x="94033" y="5853455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1" name="직각 삼각형[R] 620">
              <a:extLst>
                <a:ext uri="{FF2B5EF4-FFF2-40B4-BE49-F238E27FC236}">
                  <a16:creationId xmlns:a16="http://schemas.microsoft.com/office/drawing/2014/main" id="{CA65802A-9596-0455-A2B7-B8560AC76A15}"/>
                </a:ext>
              </a:extLst>
            </p:cNvPr>
            <p:cNvSpPr/>
            <p:nvPr/>
          </p:nvSpPr>
          <p:spPr>
            <a:xfrm>
              <a:off x="1424073" y="5856700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2" name="직사각형 621">
              <a:extLst>
                <a:ext uri="{FF2B5EF4-FFF2-40B4-BE49-F238E27FC236}">
                  <a16:creationId xmlns:a16="http://schemas.microsoft.com/office/drawing/2014/main" id="{FA6FD58D-2962-019F-7262-3FF586D6E366}"/>
                </a:ext>
              </a:extLst>
            </p:cNvPr>
            <p:cNvSpPr/>
            <p:nvPr/>
          </p:nvSpPr>
          <p:spPr>
            <a:xfrm>
              <a:off x="1182625" y="6049301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3" name="직각 삼각형[R] 622">
              <a:extLst>
                <a:ext uri="{FF2B5EF4-FFF2-40B4-BE49-F238E27FC236}">
                  <a16:creationId xmlns:a16="http://schemas.microsoft.com/office/drawing/2014/main" id="{1B15D5E2-EFCE-6ADA-3217-B6E3D7D197D8}"/>
                </a:ext>
              </a:extLst>
            </p:cNvPr>
            <p:cNvSpPr/>
            <p:nvPr/>
          </p:nvSpPr>
          <p:spPr>
            <a:xfrm rot="10800000">
              <a:off x="94033" y="6050541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4" name="직각 삼각형[R] 623">
              <a:extLst>
                <a:ext uri="{FF2B5EF4-FFF2-40B4-BE49-F238E27FC236}">
                  <a16:creationId xmlns:a16="http://schemas.microsoft.com/office/drawing/2014/main" id="{76DA4A56-F76B-4228-4C00-62CD591B374D}"/>
                </a:ext>
              </a:extLst>
            </p:cNvPr>
            <p:cNvSpPr/>
            <p:nvPr/>
          </p:nvSpPr>
          <p:spPr>
            <a:xfrm>
              <a:off x="1424073" y="6053786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5" name="직사각형 624">
              <a:extLst>
                <a:ext uri="{FF2B5EF4-FFF2-40B4-BE49-F238E27FC236}">
                  <a16:creationId xmlns:a16="http://schemas.microsoft.com/office/drawing/2014/main" id="{050F53D7-85DD-BEB3-E4B2-AF37983C9C9A}"/>
                </a:ext>
              </a:extLst>
            </p:cNvPr>
            <p:cNvSpPr/>
            <p:nvPr/>
          </p:nvSpPr>
          <p:spPr>
            <a:xfrm>
              <a:off x="1182625" y="6266191"/>
              <a:ext cx="244851" cy="523766"/>
            </a:xfrm>
            <a:prstGeom prst="rect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6" name="직각 삼각형[R] 625">
              <a:extLst>
                <a:ext uri="{FF2B5EF4-FFF2-40B4-BE49-F238E27FC236}">
                  <a16:creationId xmlns:a16="http://schemas.microsoft.com/office/drawing/2014/main" id="{D7F2BD69-82D7-A554-F971-FB8A320DB6EB}"/>
                </a:ext>
              </a:extLst>
            </p:cNvPr>
            <p:cNvSpPr/>
            <p:nvPr/>
          </p:nvSpPr>
          <p:spPr>
            <a:xfrm rot="10800000">
              <a:off x="94033" y="6267431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  <p:sp>
          <p:nvSpPr>
            <p:cNvPr id="627" name="직각 삼각형[R] 626">
              <a:extLst>
                <a:ext uri="{FF2B5EF4-FFF2-40B4-BE49-F238E27FC236}">
                  <a16:creationId xmlns:a16="http://schemas.microsoft.com/office/drawing/2014/main" id="{0DF42EEA-9B92-59C9-CFDE-67AA9176D159}"/>
                </a:ext>
              </a:extLst>
            </p:cNvPr>
            <p:cNvSpPr/>
            <p:nvPr/>
          </p:nvSpPr>
          <p:spPr>
            <a:xfrm>
              <a:off x="1424073" y="6270676"/>
              <a:ext cx="1088591" cy="519317"/>
            </a:xfrm>
            <a:prstGeom prst="rtTriangle">
              <a:avLst/>
            </a:prstGeom>
            <a:solidFill>
              <a:srgbClr val="E3D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E3DEFF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9" name="TextBox 638">
                <a:extLst>
                  <a:ext uri="{FF2B5EF4-FFF2-40B4-BE49-F238E27FC236}">
                    <a16:creationId xmlns:a16="http://schemas.microsoft.com/office/drawing/2014/main" id="{E584EB5A-2F48-A8B2-3C90-1E6143821E84}"/>
                  </a:ext>
                </a:extLst>
              </p:cNvPr>
              <p:cNvSpPr txBox="1"/>
              <p:nvPr/>
            </p:nvSpPr>
            <p:spPr>
              <a:xfrm>
                <a:off x="14594755" y="3116034"/>
                <a:ext cx="2400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639" name="TextBox 638">
                <a:extLst>
                  <a:ext uri="{FF2B5EF4-FFF2-40B4-BE49-F238E27FC236}">
                    <a16:creationId xmlns:a16="http://schemas.microsoft.com/office/drawing/2014/main" id="{E584EB5A-2F48-A8B2-3C90-1E614382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4755" y="3116034"/>
                <a:ext cx="240066" cy="276999"/>
              </a:xfrm>
              <a:prstGeom prst="rect">
                <a:avLst/>
              </a:prstGeom>
              <a:blipFill>
                <a:blip r:embed="rId108"/>
                <a:stretch>
                  <a:fillRect l="-15000" r="-5000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" name="TextBox 767">
                <a:extLst>
                  <a:ext uri="{FF2B5EF4-FFF2-40B4-BE49-F238E27FC236}">
                    <a16:creationId xmlns:a16="http://schemas.microsoft.com/office/drawing/2014/main" id="{6A8D69B0-FCB0-BD27-649B-2B606630B84A}"/>
                  </a:ext>
                </a:extLst>
              </p:cNvPr>
              <p:cNvSpPr txBox="1"/>
              <p:nvPr/>
            </p:nvSpPr>
            <p:spPr>
              <a:xfrm>
                <a:off x="13936850" y="3106122"/>
                <a:ext cx="2548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768" name="TextBox 767">
                <a:extLst>
                  <a:ext uri="{FF2B5EF4-FFF2-40B4-BE49-F238E27FC236}">
                    <a16:creationId xmlns:a16="http://schemas.microsoft.com/office/drawing/2014/main" id="{6A8D69B0-FCB0-BD27-649B-2B606630B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850" y="3106122"/>
                <a:ext cx="254813" cy="276999"/>
              </a:xfrm>
              <a:prstGeom prst="rect">
                <a:avLst/>
              </a:prstGeom>
              <a:blipFill>
                <a:blip r:embed="rId109"/>
                <a:stretch>
                  <a:fillRect l="-23810" r="-4762" b="-26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E999A7D3-C05A-7ACE-8CDA-2DE778D40656}"/>
                  </a:ext>
                </a:extLst>
              </p:cNvPr>
              <p:cNvSpPr txBox="1"/>
              <p:nvPr/>
            </p:nvSpPr>
            <p:spPr>
              <a:xfrm>
                <a:off x="12880391" y="3107406"/>
                <a:ext cx="525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𝑎𝑛𝑐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E999A7D3-C05A-7ACE-8CDA-2DE778D40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391" y="3107406"/>
                <a:ext cx="525657" cy="276999"/>
              </a:xfrm>
              <a:prstGeom prst="rect">
                <a:avLst/>
              </a:prstGeom>
              <a:blipFill>
                <a:blip r:embed="rId110"/>
                <a:stretch>
                  <a:fillRect l="-11905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0" name="TextBox 769">
                <a:extLst>
                  <a:ext uri="{FF2B5EF4-FFF2-40B4-BE49-F238E27FC236}">
                    <a16:creationId xmlns:a16="http://schemas.microsoft.com/office/drawing/2014/main" id="{A67E20C0-C323-A357-32F2-3FD8E9C3B929}"/>
                  </a:ext>
                </a:extLst>
              </p:cNvPr>
              <p:cNvSpPr txBox="1"/>
              <p:nvPr/>
            </p:nvSpPr>
            <p:spPr>
              <a:xfrm>
                <a:off x="11975498" y="3119642"/>
                <a:ext cx="2903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>
                          <a:latin typeface="Cambria Math" panose="02040503050406030204" pitchFamily="18" charset="0"/>
                        </a:rPr>
                        <m:t>𝒢</m:t>
                      </m:r>
                    </m:oMath>
                  </m:oMathPara>
                </a14:m>
                <a:endParaRPr kumimoji="1" lang="ko-KR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0" name="TextBox 769">
                <a:extLst>
                  <a:ext uri="{FF2B5EF4-FFF2-40B4-BE49-F238E27FC236}">
                    <a16:creationId xmlns:a16="http://schemas.microsoft.com/office/drawing/2014/main" id="{A67E20C0-C323-A357-32F2-3FD8E9C3B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5498" y="3119642"/>
                <a:ext cx="290344" cy="276999"/>
              </a:xfrm>
              <a:prstGeom prst="rect">
                <a:avLst/>
              </a:prstGeom>
              <a:blipFill>
                <a:blip r:embed="rId111"/>
                <a:stretch>
                  <a:fillRect l="-8333" r="-8333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5" name="직선 연결선[R] 774">
            <a:extLst>
              <a:ext uri="{FF2B5EF4-FFF2-40B4-BE49-F238E27FC236}">
                <a16:creationId xmlns:a16="http://schemas.microsoft.com/office/drawing/2014/main" id="{99997F80-9385-A674-822D-2C3D992BC9EF}"/>
              </a:ext>
            </a:extLst>
          </p:cNvPr>
          <p:cNvCxnSpPr>
            <a:cxnSpLocks/>
          </p:cNvCxnSpPr>
          <p:nvPr/>
        </p:nvCxnSpPr>
        <p:spPr>
          <a:xfrm>
            <a:off x="12297417" y="4133643"/>
            <a:ext cx="1091558" cy="0"/>
          </a:xfrm>
          <a:prstGeom prst="line">
            <a:avLst/>
          </a:prstGeom>
          <a:ln>
            <a:solidFill>
              <a:srgbClr val="4576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직선 연결선[R] 775">
            <a:extLst>
              <a:ext uri="{FF2B5EF4-FFF2-40B4-BE49-F238E27FC236}">
                <a16:creationId xmlns:a16="http://schemas.microsoft.com/office/drawing/2014/main" id="{28FEE3E1-21F8-5503-2E59-792B6105883A}"/>
              </a:ext>
            </a:extLst>
          </p:cNvPr>
          <p:cNvCxnSpPr>
            <a:cxnSpLocks/>
          </p:cNvCxnSpPr>
          <p:nvPr/>
        </p:nvCxnSpPr>
        <p:spPr>
          <a:xfrm flipV="1">
            <a:off x="12304103" y="3828512"/>
            <a:ext cx="0" cy="305131"/>
          </a:xfrm>
          <a:prstGeom prst="line">
            <a:avLst/>
          </a:prstGeom>
          <a:ln>
            <a:solidFill>
              <a:srgbClr val="4576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직선 연결선[R] 778">
            <a:extLst>
              <a:ext uri="{FF2B5EF4-FFF2-40B4-BE49-F238E27FC236}">
                <a16:creationId xmlns:a16="http://schemas.microsoft.com/office/drawing/2014/main" id="{E1EC0A42-3CE2-753B-1733-30D20E95AD2E}"/>
              </a:ext>
            </a:extLst>
          </p:cNvPr>
          <p:cNvCxnSpPr>
            <a:cxnSpLocks/>
          </p:cNvCxnSpPr>
          <p:nvPr/>
        </p:nvCxnSpPr>
        <p:spPr>
          <a:xfrm flipV="1">
            <a:off x="13392776" y="3779712"/>
            <a:ext cx="0" cy="353931"/>
          </a:xfrm>
          <a:prstGeom prst="line">
            <a:avLst/>
          </a:prstGeom>
          <a:ln>
            <a:solidFill>
              <a:srgbClr val="4576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직선 화살표 연결선 786">
            <a:extLst>
              <a:ext uri="{FF2B5EF4-FFF2-40B4-BE49-F238E27FC236}">
                <a16:creationId xmlns:a16="http://schemas.microsoft.com/office/drawing/2014/main" id="{B2B8F6E4-80D2-1C27-49DA-11EB6ED242B2}"/>
              </a:ext>
            </a:extLst>
          </p:cNvPr>
          <p:cNvCxnSpPr>
            <a:cxnSpLocks/>
          </p:cNvCxnSpPr>
          <p:nvPr/>
        </p:nvCxnSpPr>
        <p:spPr>
          <a:xfrm>
            <a:off x="14221726" y="3815830"/>
            <a:ext cx="0" cy="453646"/>
          </a:xfrm>
          <a:prstGeom prst="straightConnector1">
            <a:avLst/>
          </a:prstGeom>
          <a:ln w="19050">
            <a:solidFill>
              <a:srgbClr val="457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직선 화살표 연결선 789">
            <a:extLst>
              <a:ext uri="{FF2B5EF4-FFF2-40B4-BE49-F238E27FC236}">
                <a16:creationId xmlns:a16="http://schemas.microsoft.com/office/drawing/2014/main" id="{9AF12C64-D14C-497B-D0B7-DB91AD64136A}"/>
              </a:ext>
            </a:extLst>
          </p:cNvPr>
          <p:cNvCxnSpPr>
            <a:cxnSpLocks/>
          </p:cNvCxnSpPr>
          <p:nvPr/>
        </p:nvCxnSpPr>
        <p:spPr>
          <a:xfrm>
            <a:off x="14835043" y="3815830"/>
            <a:ext cx="0" cy="453646"/>
          </a:xfrm>
          <a:prstGeom prst="straightConnector1">
            <a:avLst/>
          </a:prstGeom>
          <a:ln w="19050">
            <a:solidFill>
              <a:srgbClr val="457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직선 연결선[R] 791">
            <a:extLst>
              <a:ext uri="{FF2B5EF4-FFF2-40B4-BE49-F238E27FC236}">
                <a16:creationId xmlns:a16="http://schemas.microsoft.com/office/drawing/2014/main" id="{D1292F32-7D46-6755-18FD-B7D3096DE02A}"/>
              </a:ext>
            </a:extLst>
          </p:cNvPr>
          <p:cNvCxnSpPr>
            <a:cxnSpLocks/>
          </p:cNvCxnSpPr>
          <p:nvPr/>
        </p:nvCxnSpPr>
        <p:spPr>
          <a:xfrm>
            <a:off x="14061688" y="4133643"/>
            <a:ext cx="164561" cy="0"/>
          </a:xfrm>
          <a:prstGeom prst="line">
            <a:avLst/>
          </a:prstGeom>
          <a:ln>
            <a:solidFill>
              <a:srgbClr val="4576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직선 연결선[R] 798">
            <a:extLst>
              <a:ext uri="{FF2B5EF4-FFF2-40B4-BE49-F238E27FC236}">
                <a16:creationId xmlns:a16="http://schemas.microsoft.com/office/drawing/2014/main" id="{B8D554A9-5421-20A1-E505-FE9D90388FDA}"/>
              </a:ext>
            </a:extLst>
          </p:cNvPr>
          <p:cNvCxnSpPr>
            <a:cxnSpLocks/>
          </p:cNvCxnSpPr>
          <p:nvPr/>
        </p:nvCxnSpPr>
        <p:spPr>
          <a:xfrm>
            <a:off x="14663853" y="4133643"/>
            <a:ext cx="164561" cy="0"/>
          </a:xfrm>
          <a:prstGeom prst="line">
            <a:avLst/>
          </a:prstGeom>
          <a:ln>
            <a:solidFill>
              <a:srgbClr val="4576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직선 화살표 연결선 799">
            <a:extLst>
              <a:ext uri="{FF2B5EF4-FFF2-40B4-BE49-F238E27FC236}">
                <a16:creationId xmlns:a16="http://schemas.microsoft.com/office/drawing/2014/main" id="{AA9EF6E9-4CE4-E056-99A4-BED07249407C}"/>
              </a:ext>
            </a:extLst>
          </p:cNvPr>
          <p:cNvCxnSpPr>
            <a:cxnSpLocks/>
          </p:cNvCxnSpPr>
          <p:nvPr/>
        </p:nvCxnSpPr>
        <p:spPr>
          <a:xfrm>
            <a:off x="14054457" y="4139215"/>
            <a:ext cx="0" cy="1571055"/>
          </a:xfrm>
          <a:prstGeom prst="straightConnector1">
            <a:avLst/>
          </a:prstGeom>
          <a:ln w="19050">
            <a:solidFill>
              <a:srgbClr val="457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직선 화살표 연결선 803">
            <a:extLst>
              <a:ext uri="{FF2B5EF4-FFF2-40B4-BE49-F238E27FC236}">
                <a16:creationId xmlns:a16="http://schemas.microsoft.com/office/drawing/2014/main" id="{42A85E7D-BE8E-A97F-3437-85E6A34F431F}"/>
              </a:ext>
            </a:extLst>
          </p:cNvPr>
          <p:cNvCxnSpPr>
            <a:cxnSpLocks/>
          </p:cNvCxnSpPr>
          <p:nvPr/>
        </p:nvCxnSpPr>
        <p:spPr>
          <a:xfrm>
            <a:off x="14656623" y="4139215"/>
            <a:ext cx="0" cy="1559175"/>
          </a:xfrm>
          <a:prstGeom prst="straightConnector1">
            <a:avLst/>
          </a:prstGeom>
          <a:ln w="19050">
            <a:solidFill>
              <a:srgbClr val="457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" name="모서리가 둥근 직사각형 636">
            <a:extLst>
              <a:ext uri="{FF2B5EF4-FFF2-40B4-BE49-F238E27FC236}">
                <a16:creationId xmlns:a16="http://schemas.microsoft.com/office/drawing/2014/main" id="{126A92B9-1D36-F235-F7F8-B3E3EB653980}"/>
              </a:ext>
            </a:extLst>
          </p:cNvPr>
          <p:cNvSpPr/>
          <p:nvPr/>
        </p:nvSpPr>
        <p:spPr>
          <a:xfrm>
            <a:off x="12513417" y="4269476"/>
            <a:ext cx="3567036" cy="957911"/>
          </a:xfrm>
          <a:prstGeom prst="roundRect">
            <a:avLst>
              <a:gd name="adj" fmla="val 10575"/>
            </a:avLst>
          </a:prstGeom>
          <a:solidFill>
            <a:srgbClr val="E3DEFF"/>
          </a:solidFill>
          <a:ln>
            <a:solidFill>
              <a:srgbClr val="6A4F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7" name="모서리가 둥근 직사각형 636">
            <a:extLst>
              <a:ext uri="{FF2B5EF4-FFF2-40B4-BE49-F238E27FC236}">
                <a16:creationId xmlns:a16="http://schemas.microsoft.com/office/drawing/2014/main" id="{3E89CCDE-1522-5879-9127-A3CC87851725}"/>
              </a:ext>
            </a:extLst>
          </p:cNvPr>
          <p:cNvSpPr/>
          <p:nvPr/>
        </p:nvSpPr>
        <p:spPr>
          <a:xfrm>
            <a:off x="12723971" y="4454233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Hop Scope</a:t>
            </a:r>
          </a:p>
        </p:txBody>
      </p:sp>
      <p:sp>
        <p:nvSpPr>
          <p:cNvPr id="888" name="모서리가 둥근 직사각형 636">
            <a:extLst>
              <a:ext uri="{FF2B5EF4-FFF2-40B4-BE49-F238E27FC236}">
                <a16:creationId xmlns:a16="http://schemas.microsoft.com/office/drawing/2014/main" id="{42BAA1E2-BB3A-7E89-9C8F-5057591AE4C8}"/>
              </a:ext>
            </a:extLst>
          </p:cNvPr>
          <p:cNvSpPr/>
          <p:nvPr/>
        </p:nvSpPr>
        <p:spPr>
          <a:xfrm>
            <a:off x="13832131" y="4454233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Vector Search</a:t>
            </a:r>
          </a:p>
        </p:txBody>
      </p:sp>
      <p:cxnSp>
        <p:nvCxnSpPr>
          <p:cNvPr id="891" name="직선 화살표 연결선 890">
            <a:extLst>
              <a:ext uri="{FF2B5EF4-FFF2-40B4-BE49-F238E27FC236}">
                <a16:creationId xmlns:a16="http://schemas.microsoft.com/office/drawing/2014/main" id="{C5C22202-F852-2CC3-4D8F-981345F0F05F}"/>
              </a:ext>
            </a:extLst>
          </p:cNvPr>
          <p:cNvCxnSpPr>
            <a:cxnSpLocks/>
          </p:cNvCxnSpPr>
          <p:nvPr/>
        </p:nvCxnSpPr>
        <p:spPr>
          <a:xfrm>
            <a:off x="13606628" y="4763086"/>
            <a:ext cx="262263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직선 화살표 연결선 891">
            <a:extLst>
              <a:ext uri="{FF2B5EF4-FFF2-40B4-BE49-F238E27FC236}">
                <a16:creationId xmlns:a16="http://schemas.microsoft.com/office/drawing/2014/main" id="{662F722E-4ECF-9AF1-F048-A0F51BEB3C16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4738163" y="4750643"/>
            <a:ext cx="206188" cy="12443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636">
            <a:extLst>
              <a:ext uri="{FF2B5EF4-FFF2-40B4-BE49-F238E27FC236}">
                <a16:creationId xmlns:a16="http://schemas.microsoft.com/office/drawing/2014/main" id="{4F8B87E1-3A47-3A49-156A-2170EB038776}"/>
              </a:ext>
            </a:extLst>
          </p:cNvPr>
          <p:cNvSpPr/>
          <p:nvPr/>
        </p:nvSpPr>
        <p:spPr>
          <a:xfrm>
            <a:off x="14944351" y="4453080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kumimoji="1"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05" name="그룹 804">
            <a:extLst>
              <a:ext uri="{FF2B5EF4-FFF2-40B4-BE49-F238E27FC236}">
                <a16:creationId xmlns:a16="http://schemas.microsoft.com/office/drawing/2014/main" id="{5DCF0562-D878-5131-D42E-E8F0975F5164}"/>
              </a:ext>
            </a:extLst>
          </p:cNvPr>
          <p:cNvGrpSpPr/>
          <p:nvPr/>
        </p:nvGrpSpPr>
        <p:grpSpPr>
          <a:xfrm>
            <a:off x="13985364" y="5343071"/>
            <a:ext cx="239455" cy="239455"/>
            <a:chOff x="9343690" y="2054133"/>
            <a:chExt cx="269875" cy="269875"/>
          </a:xfrm>
        </p:grpSpPr>
        <p:sp>
          <p:nvSpPr>
            <p:cNvPr id="806" name="현 805">
              <a:extLst>
                <a:ext uri="{FF2B5EF4-FFF2-40B4-BE49-F238E27FC236}">
                  <a16:creationId xmlns:a16="http://schemas.microsoft.com/office/drawing/2014/main" id="{E6E66FBC-238F-611E-1636-5CF7C5A614DB}"/>
                </a:ext>
              </a:extLst>
            </p:cNvPr>
            <p:cNvSpPr/>
            <p:nvPr/>
          </p:nvSpPr>
          <p:spPr>
            <a:xfrm rot="12088969">
              <a:off x="9343690" y="2054133"/>
              <a:ext cx="269875" cy="269875"/>
            </a:xfrm>
            <a:prstGeom prst="chord">
              <a:avLst/>
            </a:prstGeom>
            <a:noFill/>
            <a:ln w="19050">
              <a:solidFill>
                <a:srgbClr val="4576FB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807" name="직사각형 806">
              <a:extLst>
                <a:ext uri="{FF2B5EF4-FFF2-40B4-BE49-F238E27FC236}">
                  <a16:creationId xmlns:a16="http://schemas.microsoft.com/office/drawing/2014/main" id="{E9B5D855-A8A1-4B35-5AB3-EDA3FD256D1E}"/>
                </a:ext>
              </a:extLst>
            </p:cNvPr>
            <p:cNvSpPr/>
            <p:nvPr/>
          </p:nvSpPr>
          <p:spPr>
            <a:xfrm>
              <a:off x="9391586" y="2072769"/>
              <a:ext cx="76264" cy="222067"/>
            </a:xfrm>
            <a:prstGeom prst="rect">
              <a:avLst/>
            </a:prstGeom>
            <a:solidFill>
              <a:srgbClr val="EFEBFF"/>
            </a:solidFill>
            <a:ln w="28575"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grpSp>
        <p:nvGrpSpPr>
          <p:cNvPr id="822" name="그룹 821">
            <a:extLst>
              <a:ext uri="{FF2B5EF4-FFF2-40B4-BE49-F238E27FC236}">
                <a16:creationId xmlns:a16="http://schemas.microsoft.com/office/drawing/2014/main" id="{0E3567BA-5094-6782-E8CF-C561372162E5}"/>
              </a:ext>
            </a:extLst>
          </p:cNvPr>
          <p:cNvGrpSpPr/>
          <p:nvPr/>
        </p:nvGrpSpPr>
        <p:grpSpPr>
          <a:xfrm>
            <a:off x="14582494" y="5343071"/>
            <a:ext cx="239455" cy="239455"/>
            <a:chOff x="9343690" y="2054133"/>
            <a:chExt cx="269875" cy="269875"/>
          </a:xfrm>
        </p:grpSpPr>
        <p:sp>
          <p:nvSpPr>
            <p:cNvPr id="823" name="현 822">
              <a:extLst>
                <a:ext uri="{FF2B5EF4-FFF2-40B4-BE49-F238E27FC236}">
                  <a16:creationId xmlns:a16="http://schemas.microsoft.com/office/drawing/2014/main" id="{A8510C5B-2B3B-B541-B37C-3232F53AF79A}"/>
                </a:ext>
              </a:extLst>
            </p:cNvPr>
            <p:cNvSpPr/>
            <p:nvPr/>
          </p:nvSpPr>
          <p:spPr>
            <a:xfrm rot="12088969">
              <a:off x="9343690" y="2054133"/>
              <a:ext cx="269875" cy="269875"/>
            </a:xfrm>
            <a:prstGeom prst="chord">
              <a:avLst/>
            </a:prstGeom>
            <a:noFill/>
            <a:ln w="19050">
              <a:solidFill>
                <a:srgbClr val="4576FB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824" name="직사각형 823">
              <a:extLst>
                <a:ext uri="{FF2B5EF4-FFF2-40B4-BE49-F238E27FC236}">
                  <a16:creationId xmlns:a16="http://schemas.microsoft.com/office/drawing/2014/main" id="{2AF9CA61-DAE6-F57C-D54D-A536C5757D03}"/>
                </a:ext>
              </a:extLst>
            </p:cNvPr>
            <p:cNvSpPr/>
            <p:nvPr/>
          </p:nvSpPr>
          <p:spPr>
            <a:xfrm>
              <a:off x="9391586" y="2072769"/>
              <a:ext cx="76264" cy="222067"/>
            </a:xfrm>
            <a:prstGeom prst="rect">
              <a:avLst/>
            </a:prstGeom>
            <a:solidFill>
              <a:srgbClr val="EFEBFF"/>
            </a:solidFill>
            <a:ln w="28575"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F90C9731-84A6-797E-86AF-991AF8CF659D}"/>
              </a:ext>
            </a:extLst>
          </p:cNvPr>
          <p:cNvCxnSpPr>
            <a:cxnSpLocks/>
          </p:cNvCxnSpPr>
          <p:nvPr/>
        </p:nvCxnSpPr>
        <p:spPr>
          <a:xfrm flipH="1">
            <a:off x="12126951" y="5454761"/>
            <a:ext cx="4752741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직선 화살표 연결선 770">
            <a:extLst>
              <a:ext uri="{FF2B5EF4-FFF2-40B4-BE49-F238E27FC236}">
                <a16:creationId xmlns:a16="http://schemas.microsoft.com/office/drawing/2014/main" id="{7DE75E8F-CF19-F195-6740-F8510C34F611}"/>
              </a:ext>
            </a:extLst>
          </p:cNvPr>
          <p:cNvCxnSpPr>
            <a:cxnSpLocks/>
          </p:cNvCxnSpPr>
          <p:nvPr/>
        </p:nvCxnSpPr>
        <p:spPr>
          <a:xfrm>
            <a:off x="13141957" y="4139216"/>
            <a:ext cx="0" cy="330062"/>
          </a:xfrm>
          <a:prstGeom prst="straightConnector1">
            <a:avLst/>
          </a:prstGeom>
          <a:ln w="19050">
            <a:solidFill>
              <a:srgbClr val="457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A0D7C04C-5730-12AE-96CF-08A1EC95B61A}"/>
              </a:ext>
            </a:extLst>
          </p:cNvPr>
          <p:cNvCxnSpPr>
            <a:cxnSpLocks/>
          </p:cNvCxnSpPr>
          <p:nvPr/>
        </p:nvCxnSpPr>
        <p:spPr>
          <a:xfrm>
            <a:off x="3206044" y="5710270"/>
            <a:ext cx="0" cy="639355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82F44725-CE9D-A34C-34D9-158A6685699A}"/>
              </a:ext>
            </a:extLst>
          </p:cNvPr>
          <p:cNvCxnSpPr>
            <a:cxnSpLocks/>
          </p:cNvCxnSpPr>
          <p:nvPr/>
        </p:nvCxnSpPr>
        <p:spPr>
          <a:xfrm>
            <a:off x="3206044" y="5710270"/>
            <a:ext cx="3748584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[R] 57">
            <a:extLst>
              <a:ext uri="{FF2B5EF4-FFF2-40B4-BE49-F238E27FC236}">
                <a16:creationId xmlns:a16="http://schemas.microsoft.com/office/drawing/2014/main" id="{637A32C7-33E6-DDA6-A563-0392B3282AF4}"/>
              </a:ext>
            </a:extLst>
          </p:cNvPr>
          <p:cNvCxnSpPr>
            <a:cxnSpLocks/>
          </p:cNvCxnSpPr>
          <p:nvPr/>
        </p:nvCxnSpPr>
        <p:spPr>
          <a:xfrm>
            <a:off x="3206044" y="6349625"/>
            <a:ext cx="174741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7F24D6-BE42-4C45-E596-606EB339826B}"/>
              </a:ext>
            </a:extLst>
          </p:cNvPr>
          <p:cNvSpPr txBox="1"/>
          <p:nvPr/>
        </p:nvSpPr>
        <p:spPr>
          <a:xfrm>
            <a:off x="1490118" y="2566787"/>
            <a:ext cx="5687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812DE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(a)</a:t>
            </a:r>
            <a:endParaRPr lang="ko-KR" altLang="en-US" sz="3600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5FFC35-AB49-B01A-3F8B-97E071E65A05}"/>
              </a:ext>
            </a:extLst>
          </p:cNvPr>
          <p:cNvSpPr txBox="1"/>
          <p:nvPr/>
        </p:nvSpPr>
        <p:spPr>
          <a:xfrm>
            <a:off x="6844243" y="7424467"/>
            <a:ext cx="5687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812DE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(c)</a:t>
            </a:r>
            <a:endParaRPr lang="ko-KR" altLang="en-US" sz="3600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841AFAF-F23F-CDA9-72BE-A5E292902AEB}"/>
              </a:ext>
            </a:extLst>
          </p:cNvPr>
          <p:cNvGrpSpPr/>
          <p:nvPr/>
        </p:nvGrpSpPr>
        <p:grpSpPr>
          <a:xfrm>
            <a:off x="231979" y="7491681"/>
            <a:ext cx="6232932" cy="1820671"/>
            <a:chOff x="231979" y="7491681"/>
            <a:chExt cx="6232932" cy="182067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6B8BAEA-2736-B4C3-9C1D-1A0A1242712A}"/>
                </a:ext>
              </a:extLst>
            </p:cNvPr>
            <p:cNvGrpSpPr/>
            <p:nvPr/>
          </p:nvGrpSpPr>
          <p:grpSpPr>
            <a:xfrm>
              <a:off x="231979" y="7563654"/>
              <a:ext cx="6232932" cy="1748597"/>
              <a:chOff x="11336656" y="4720846"/>
              <a:chExt cx="5077836" cy="884771"/>
            </a:xfrm>
            <a:solidFill>
              <a:srgbClr val="E3DEFF">
                <a:alpha val="60000"/>
              </a:srgbClr>
            </a:solidFill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AAB4B2E-321F-5739-F75B-FA651C0143CC}"/>
                  </a:ext>
                </a:extLst>
              </p:cNvPr>
              <p:cNvSpPr/>
              <p:nvPr/>
            </p:nvSpPr>
            <p:spPr>
              <a:xfrm>
                <a:off x="12752198" y="4720846"/>
                <a:ext cx="2236819" cy="8847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E3DEFF"/>
                  </a:solidFill>
                </a:endParaRPr>
              </a:p>
            </p:txBody>
          </p:sp>
          <p:sp>
            <p:nvSpPr>
              <p:cNvPr id="12" name="직각 삼각형[R] 2">
                <a:extLst>
                  <a:ext uri="{FF2B5EF4-FFF2-40B4-BE49-F238E27FC236}">
                    <a16:creationId xmlns:a16="http://schemas.microsoft.com/office/drawing/2014/main" id="{2C3C3BDB-CADE-91F3-190C-6A3214748F53}"/>
                  </a:ext>
                </a:extLst>
              </p:cNvPr>
              <p:cNvSpPr/>
              <p:nvPr/>
            </p:nvSpPr>
            <p:spPr>
              <a:xfrm rot="10800000">
                <a:off x="11336656" y="4722941"/>
                <a:ext cx="1420294" cy="877195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E3DEFF"/>
                  </a:solidFill>
                </a:endParaRPr>
              </a:p>
            </p:txBody>
          </p:sp>
          <p:sp>
            <p:nvSpPr>
              <p:cNvPr id="19" name="직각 삼각형[R] 5">
                <a:extLst>
                  <a:ext uri="{FF2B5EF4-FFF2-40B4-BE49-F238E27FC236}">
                    <a16:creationId xmlns:a16="http://schemas.microsoft.com/office/drawing/2014/main" id="{E9F39A52-6CF9-79A4-1E1A-EF8CE0FE2134}"/>
                  </a:ext>
                </a:extLst>
              </p:cNvPr>
              <p:cNvSpPr/>
              <p:nvPr/>
            </p:nvSpPr>
            <p:spPr>
              <a:xfrm>
                <a:off x="14994198" y="4728421"/>
                <a:ext cx="1420294" cy="877196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E3DEFF"/>
                  </a:solidFill>
                </a:endParaRPr>
              </a:p>
            </p:txBody>
          </p:sp>
        </p:grpSp>
        <p:pic>
          <p:nvPicPr>
            <p:cNvPr id="22" name="Picture 2" descr="Webpage - Free seo and web icons">
              <a:extLst>
                <a:ext uri="{FF2B5EF4-FFF2-40B4-BE49-F238E27FC236}">
                  <a16:creationId xmlns:a16="http://schemas.microsoft.com/office/drawing/2014/main" id="{735AE64D-0992-4120-E11F-E10DF9151A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1864469" y="8500481"/>
              <a:ext cx="978172" cy="811871"/>
            </a:xfrm>
            <a:prstGeom prst="rect">
              <a:avLst/>
            </a:prstGeom>
            <a:noFill/>
            <a:scene3d>
              <a:camera prst="orthographicFront">
                <a:rot lat="19500000" lon="18180000" rev="246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Webpage - Free seo and web icons">
              <a:extLst>
                <a:ext uri="{FF2B5EF4-FFF2-40B4-BE49-F238E27FC236}">
                  <a16:creationId xmlns:a16="http://schemas.microsoft.com/office/drawing/2014/main" id="{6C10B6D4-B000-E25E-73E2-E2D33A48DF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1038429" y="7653433"/>
              <a:ext cx="978172" cy="811871"/>
            </a:xfrm>
            <a:prstGeom prst="rect">
              <a:avLst/>
            </a:prstGeom>
            <a:noFill/>
            <a:scene3d>
              <a:camera prst="orthographicFront">
                <a:rot lat="19500000" lon="18180000" rev="246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Webpage - Free seo and web icons">
              <a:extLst>
                <a:ext uri="{FF2B5EF4-FFF2-40B4-BE49-F238E27FC236}">
                  <a16:creationId xmlns:a16="http://schemas.microsoft.com/office/drawing/2014/main" id="{F2288A4D-554E-6A0A-0548-FB86FA29F8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2572720" y="7976140"/>
              <a:ext cx="978172" cy="811871"/>
            </a:xfrm>
            <a:prstGeom prst="rect">
              <a:avLst/>
            </a:prstGeom>
            <a:noFill/>
            <a:scene3d>
              <a:camera prst="orthographicFront">
                <a:rot lat="19500000" lon="18180000" rev="246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Webpage - Free seo and web icons">
              <a:extLst>
                <a:ext uri="{FF2B5EF4-FFF2-40B4-BE49-F238E27FC236}">
                  <a16:creationId xmlns:a16="http://schemas.microsoft.com/office/drawing/2014/main" id="{F113D323-95D5-E804-FBC3-D7D7697E3B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4679092" y="8500480"/>
              <a:ext cx="978172" cy="811871"/>
            </a:xfrm>
            <a:prstGeom prst="rect">
              <a:avLst/>
            </a:prstGeom>
            <a:noFill/>
            <a:scene3d>
              <a:camera prst="orthographicFront">
                <a:rot lat="19500000" lon="18180000" rev="246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76" name="Picture 2" descr="Webpage - Free seo and web icons">
              <a:extLst>
                <a:ext uri="{FF2B5EF4-FFF2-40B4-BE49-F238E27FC236}">
                  <a16:creationId xmlns:a16="http://schemas.microsoft.com/office/drawing/2014/main" id="{662450F5-B380-2AD3-FAC8-2C6EC55018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3" t="11929" r="4453" b="12930"/>
            <a:stretch>
              <a:fillRect/>
            </a:stretch>
          </p:blipFill>
          <p:spPr bwMode="auto">
            <a:xfrm>
              <a:off x="3783692" y="7646453"/>
              <a:ext cx="978172" cy="811871"/>
            </a:xfrm>
            <a:prstGeom prst="rect">
              <a:avLst/>
            </a:prstGeom>
            <a:noFill/>
            <a:scene3d>
              <a:camera prst="orthographicFront">
                <a:rot lat="19500000" lon="18180000" rev="246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4A448F8C-ABEF-D4CB-E703-1CF612A781AC}"/>
                    </a:ext>
                  </a:extLst>
                </p:cNvPr>
                <p:cNvSpPr txBox="1"/>
                <p:nvPr/>
              </p:nvSpPr>
              <p:spPr>
                <a:xfrm>
                  <a:off x="1012078" y="7501250"/>
                  <a:ext cx="500265" cy="384721"/>
                </a:xfrm>
                <a:prstGeom prst="rect">
                  <a:avLst/>
                </a:prstGeom>
                <a:noFill/>
                <a:scene3d>
                  <a:camera prst="orthographicFront">
                    <a:rot lat="19500000" lon="18180000" rev="2460000"/>
                  </a:camera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900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4A448F8C-ABEF-D4CB-E703-1CF612A78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078" y="7501250"/>
                  <a:ext cx="500265" cy="384721"/>
                </a:xfrm>
                <a:prstGeom prst="rect">
                  <a:avLst/>
                </a:prstGeom>
                <a:blipFill>
                  <a:blip r:embed="rId1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71F33520-8C64-3CD6-2771-576D30337C66}"/>
                    </a:ext>
                  </a:extLst>
                </p:cNvPr>
                <p:cNvSpPr txBox="1"/>
                <p:nvPr/>
              </p:nvSpPr>
              <p:spPr>
                <a:xfrm>
                  <a:off x="2572720" y="7797358"/>
                  <a:ext cx="505908" cy="384721"/>
                </a:xfrm>
                <a:prstGeom prst="rect">
                  <a:avLst/>
                </a:prstGeom>
                <a:noFill/>
                <a:scene3d>
                  <a:camera prst="orthographicFront">
                    <a:rot lat="19500000" lon="18180000" rev="2460000"/>
                  </a:camera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900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71F33520-8C64-3CD6-2771-576D30337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2720" y="7797358"/>
                  <a:ext cx="505908" cy="384721"/>
                </a:xfrm>
                <a:prstGeom prst="rect">
                  <a:avLst/>
                </a:prstGeom>
                <a:blipFill>
                  <a:blip r:embed="rId1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68A2E67B-F875-7C75-4432-53C5D18DC20B}"/>
                    </a:ext>
                  </a:extLst>
                </p:cNvPr>
                <p:cNvSpPr txBox="1"/>
                <p:nvPr/>
              </p:nvSpPr>
              <p:spPr>
                <a:xfrm>
                  <a:off x="1940884" y="8364858"/>
                  <a:ext cx="505908" cy="384721"/>
                </a:xfrm>
                <a:prstGeom prst="rect">
                  <a:avLst/>
                </a:prstGeom>
                <a:noFill/>
                <a:scene3d>
                  <a:camera prst="orthographicFront">
                    <a:rot lat="19500000" lon="18180000" rev="2460000"/>
                  </a:camera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900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68A2E67B-F875-7C75-4432-53C5D18DC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0884" y="8364858"/>
                  <a:ext cx="505908" cy="384721"/>
                </a:xfrm>
                <a:prstGeom prst="rect">
                  <a:avLst/>
                </a:prstGeom>
                <a:blipFill>
                  <a:blip r:embed="rId1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8848D77-A703-E422-3B89-424275B7ADB1}"/>
                    </a:ext>
                  </a:extLst>
                </p:cNvPr>
                <p:cNvSpPr txBox="1"/>
                <p:nvPr/>
              </p:nvSpPr>
              <p:spPr>
                <a:xfrm>
                  <a:off x="3720966" y="7491681"/>
                  <a:ext cx="505908" cy="384721"/>
                </a:xfrm>
                <a:prstGeom prst="rect">
                  <a:avLst/>
                </a:prstGeom>
                <a:noFill/>
                <a:scene3d>
                  <a:camera prst="orthographicFront">
                    <a:rot lat="19500000" lon="18180000" rev="2460000"/>
                  </a:camera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900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8848D77-A703-E422-3B89-424275B7A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0966" y="7491681"/>
                  <a:ext cx="505908" cy="384721"/>
                </a:xfrm>
                <a:prstGeom prst="rect">
                  <a:avLst/>
                </a:prstGeom>
                <a:blipFill>
                  <a:blip r:embed="rId1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98613BE6-EB1E-21CC-E462-54061DFCA01B}"/>
                    </a:ext>
                  </a:extLst>
                </p:cNvPr>
                <p:cNvSpPr txBox="1"/>
                <p:nvPr/>
              </p:nvSpPr>
              <p:spPr>
                <a:xfrm>
                  <a:off x="4684084" y="8338626"/>
                  <a:ext cx="505908" cy="384721"/>
                </a:xfrm>
                <a:prstGeom prst="rect">
                  <a:avLst/>
                </a:prstGeom>
                <a:noFill/>
                <a:scene3d>
                  <a:camera prst="orthographicFront">
                    <a:rot lat="19500000" lon="18180000" rev="2460000"/>
                  </a:camera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solidFill>
                                  <a:srgbClr val="6262F7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900" dirty="0">
                    <a:solidFill>
                      <a:srgbClr val="6262F7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98613BE6-EB1E-21CC-E462-54061DFCA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084" y="8338626"/>
                  <a:ext cx="505908" cy="384721"/>
                </a:xfrm>
                <a:prstGeom prst="rect">
                  <a:avLst/>
                </a:prstGeom>
                <a:blipFill>
                  <a:blip r:embed="rId1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05" name="직선 연결선[R] 34">
            <a:extLst>
              <a:ext uri="{FF2B5EF4-FFF2-40B4-BE49-F238E27FC236}">
                <a16:creationId xmlns:a16="http://schemas.microsoft.com/office/drawing/2014/main" id="{728CE8CE-5B24-5D58-3020-A354C729FD67}"/>
              </a:ext>
            </a:extLst>
          </p:cNvPr>
          <p:cNvCxnSpPr>
            <a:cxnSpLocks/>
          </p:cNvCxnSpPr>
          <p:nvPr/>
        </p:nvCxnSpPr>
        <p:spPr>
          <a:xfrm flipH="1" flipV="1">
            <a:off x="2872811" y="9166614"/>
            <a:ext cx="1062548" cy="1343741"/>
          </a:xfrm>
          <a:prstGeom prst="line">
            <a:avLst/>
          </a:prstGeom>
          <a:ln w="19050">
            <a:solidFill>
              <a:srgbClr val="5F5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C5C078-01D2-677C-408A-71D90F6F103D}"/>
              </a:ext>
            </a:extLst>
          </p:cNvPr>
          <p:cNvSpPr txBox="1"/>
          <p:nvPr/>
        </p:nvSpPr>
        <p:spPr>
          <a:xfrm>
            <a:off x="218203" y="7424467"/>
            <a:ext cx="5687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812DE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endParaRPr lang="ko-KR" altLang="en-US" sz="3600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2" descr="Webpage - Free seo and web icons">
            <a:extLst>
              <a:ext uri="{FF2B5EF4-FFF2-40B4-BE49-F238E27FC236}">
                <a16:creationId xmlns:a16="http://schemas.microsoft.com/office/drawing/2014/main" id="{58EBB9A9-26B8-1EA1-C0DF-B673BF8DB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11929" r="4453" b="12930"/>
          <a:stretch>
            <a:fillRect/>
          </a:stretch>
        </p:blipFill>
        <p:spPr bwMode="auto">
          <a:xfrm>
            <a:off x="14919029" y="5682655"/>
            <a:ext cx="402054" cy="33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28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arameter - Free icons">
            <a:extLst>
              <a:ext uri="{FF2B5EF4-FFF2-40B4-BE49-F238E27FC236}">
                <a16:creationId xmlns:a16="http://schemas.microsoft.com/office/drawing/2014/main" id="{24F777ED-1305-86F5-8264-A85EB8EE2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593" y="7049087"/>
            <a:ext cx="482055" cy="48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6744E8-7268-C727-7DA4-E3511941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8" t="25990" r="3161" b="25503"/>
          <a:stretch>
            <a:fillRect/>
          </a:stretch>
        </p:blipFill>
        <p:spPr>
          <a:xfrm>
            <a:off x="5267781" y="6629342"/>
            <a:ext cx="722543" cy="378847"/>
          </a:xfrm>
          <a:prstGeom prst="rect">
            <a:avLst/>
          </a:prstGeom>
        </p:spPr>
      </p:pic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D490F1-20E9-7E9D-9589-A2F4DD8E4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8" t="25990" r="3161" b="25503"/>
          <a:stretch>
            <a:fillRect/>
          </a:stretch>
        </p:blipFill>
        <p:spPr>
          <a:xfrm>
            <a:off x="14684000" y="5517293"/>
            <a:ext cx="722543" cy="378847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398C408-BC1D-5CD7-27BB-98BE3FFA9EF7}"/>
              </a:ext>
            </a:extLst>
          </p:cNvPr>
          <p:cNvCxnSpPr>
            <a:cxnSpLocks/>
          </p:cNvCxnSpPr>
          <p:nvPr/>
        </p:nvCxnSpPr>
        <p:spPr>
          <a:xfrm flipV="1">
            <a:off x="15045272" y="5994884"/>
            <a:ext cx="0" cy="710811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8" descr="Knowledge Graph Vector SVG Icon - SVG Repo">
            <a:extLst>
              <a:ext uri="{FF2B5EF4-FFF2-40B4-BE49-F238E27FC236}">
                <a16:creationId xmlns:a16="http://schemas.microsoft.com/office/drawing/2014/main" id="{B9EC9792-F71D-6226-FE00-B0CEE0035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323" y="7647969"/>
            <a:ext cx="766592" cy="76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2F080F0-BC32-5897-9594-F120E563222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620915" y="8031265"/>
            <a:ext cx="314704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636">
            <a:extLst>
              <a:ext uri="{FF2B5EF4-FFF2-40B4-BE49-F238E27FC236}">
                <a16:creationId xmlns:a16="http://schemas.microsoft.com/office/drawing/2014/main" id="{B5EC1D73-CB14-829F-D97D-A5CE3C513406}"/>
              </a:ext>
            </a:extLst>
          </p:cNvPr>
          <p:cNvSpPr/>
          <p:nvPr/>
        </p:nvSpPr>
        <p:spPr>
          <a:xfrm>
            <a:off x="14399589" y="6709123"/>
            <a:ext cx="1219201" cy="1063544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Retrieval Evaluator</a:t>
            </a:r>
          </a:p>
        </p:txBody>
      </p:sp>
      <p:sp>
        <p:nvSpPr>
          <p:cNvPr id="9" name="모서리가 둥근 직사각형 636">
            <a:extLst>
              <a:ext uri="{FF2B5EF4-FFF2-40B4-BE49-F238E27FC236}">
                <a16:creationId xmlns:a16="http://schemas.microsoft.com/office/drawing/2014/main" id="{CAF0DCA4-BCC1-5130-7893-ABEE513B898A}"/>
              </a:ext>
            </a:extLst>
          </p:cNvPr>
          <p:cNvSpPr/>
          <p:nvPr/>
        </p:nvSpPr>
        <p:spPr>
          <a:xfrm>
            <a:off x="7415442" y="6490554"/>
            <a:ext cx="2774374" cy="1378822"/>
          </a:xfrm>
          <a:prstGeom prst="roundRect">
            <a:avLst>
              <a:gd name="adj" fmla="val 10575"/>
            </a:avLst>
          </a:prstGeom>
          <a:noFill/>
          <a:ln>
            <a:solidFill>
              <a:srgbClr val="6A4F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4" descr="Robot - Free technology icons">
            <a:extLst>
              <a:ext uri="{FF2B5EF4-FFF2-40B4-BE49-F238E27FC236}">
                <a16:creationId xmlns:a16="http://schemas.microsoft.com/office/drawing/2014/main" id="{D38918EE-2B00-4351-5C2E-BF9CA4394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3" b="5382"/>
          <a:stretch>
            <a:fillRect/>
          </a:stretch>
        </p:blipFill>
        <p:spPr bwMode="auto">
          <a:xfrm>
            <a:off x="14235024" y="6490555"/>
            <a:ext cx="493737" cy="44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7E0FE1E2-B2A4-A6B9-1087-D235E584BBCD}"/>
              </a:ext>
            </a:extLst>
          </p:cNvPr>
          <p:cNvSpPr/>
          <p:nvPr/>
        </p:nvSpPr>
        <p:spPr>
          <a:xfrm>
            <a:off x="7062621" y="6176246"/>
            <a:ext cx="8847666" cy="2398161"/>
          </a:xfrm>
          <a:prstGeom prst="roundRect">
            <a:avLst>
              <a:gd name="adj" fmla="val 9592"/>
            </a:avLst>
          </a:prstGeom>
          <a:noFill/>
          <a:ln>
            <a:solidFill>
              <a:srgbClr val="6262F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92B9EC5-6265-76E3-1D4D-9CBDD20092DA}"/>
              </a:ext>
            </a:extLst>
          </p:cNvPr>
          <p:cNvCxnSpPr>
            <a:cxnSpLocks/>
          </p:cNvCxnSpPr>
          <p:nvPr/>
        </p:nvCxnSpPr>
        <p:spPr>
          <a:xfrm flipV="1">
            <a:off x="8034629" y="7869381"/>
            <a:ext cx="0" cy="313645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2913C65-47D5-6D42-67E2-6F1ADB64F9D3}"/>
              </a:ext>
            </a:extLst>
          </p:cNvPr>
          <p:cNvCxnSpPr>
            <a:cxnSpLocks/>
          </p:cNvCxnSpPr>
          <p:nvPr/>
        </p:nvCxnSpPr>
        <p:spPr>
          <a:xfrm flipH="1">
            <a:off x="11957491" y="8183021"/>
            <a:ext cx="3087781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6" descr="Parameter - Free icons">
            <a:extLst>
              <a:ext uri="{FF2B5EF4-FFF2-40B4-BE49-F238E27FC236}">
                <a16:creationId xmlns:a16="http://schemas.microsoft.com/office/drawing/2014/main" id="{4B8983B9-5769-859D-5E2D-09B9110BC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363" y="7932511"/>
            <a:ext cx="482055" cy="48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연결선 40">
            <a:extLst>
              <a:ext uri="{FF2B5EF4-FFF2-40B4-BE49-F238E27FC236}">
                <a16:creationId xmlns:a16="http://schemas.microsoft.com/office/drawing/2014/main" id="{CE551222-CCAC-A176-424A-EF7867EF11AE}"/>
              </a:ext>
            </a:extLst>
          </p:cNvPr>
          <p:cNvCxnSpPr>
            <a:cxnSpLocks/>
          </p:cNvCxnSpPr>
          <p:nvPr/>
        </p:nvCxnSpPr>
        <p:spPr>
          <a:xfrm>
            <a:off x="15045272" y="7751685"/>
            <a:ext cx="0" cy="431336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41">
            <a:extLst>
              <a:ext uri="{FF2B5EF4-FFF2-40B4-BE49-F238E27FC236}">
                <a16:creationId xmlns:a16="http://schemas.microsoft.com/office/drawing/2014/main" id="{41102EDA-B2B7-094A-0549-8D6E6E6563C6}"/>
              </a:ext>
            </a:extLst>
          </p:cNvPr>
          <p:cNvCxnSpPr>
            <a:cxnSpLocks/>
          </p:cNvCxnSpPr>
          <p:nvPr/>
        </p:nvCxnSpPr>
        <p:spPr>
          <a:xfrm>
            <a:off x="8034634" y="8183021"/>
            <a:ext cx="2631477" cy="0"/>
          </a:xfrm>
          <a:prstGeom prst="line">
            <a:avLst/>
          </a:prstGeom>
          <a:ln w="28575">
            <a:solidFill>
              <a:srgbClr val="6262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BAFC8A5-0233-4D95-DEB8-2FF83317A6E3}"/>
              </a:ext>
            </a:extLst>
          </p:cNvPr>
          <p:cNvCxnSpPr>
            <a:cxnSpLocks/>
          </p:cNvCxnSpPr>
          <p:nvPr/>
        </p:nvCxnSpPr>
        <p:spPr>
          <a:xfrm>
            <a:off x="6121576" y="6818760"/>
            <a:ext cx="861096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3F3D63-B979-FD9C-CCBF-1CDA9F5F93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8" t="25990" r="3161" b="25503"/>
          <a:stretch>
            <a:fillRect/>
          </a:stretch>
        </p:blipFill>
        <p:spPr>
          <a:xfrm>
            <a:off x="11217294" y="8003208"/>
            <a:ext cx="722543" cy="378847"/>
          </a:xfrm>
          <a:prstGeom prst="rect">
            <a:avLst/>
          </a:prstGeom>
        </p:spPr>
      </p:pic>
      <p:pic>
        <p:nvPicPr>
          <p:cNvPr id="19" name="Picture 6" descr="문자 x 아이콘 Generic color fill | Freepik">
            <a:extLst>
              <a:ext uri="{FF2B5EF4-FFF2-40B4-BE49-F238E27FC236}">
                <a16:creationId xmlns:a16="http://schemas.microsoft.com/office/drawing/2014/main" id="{6A2A6AC4-E682-F9A6-FE33-81D976928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4516" y="7869381"/>
            <a:ext cx="338353" cy="33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636">
            <a:extLst>
              <a:ext uri="{FF2B5EF4-FFF2-40B4-BE49-F238E27FC236}">
                <a16:creationId xmlns:a16="http://schemas.microsoft.com/office/drawing/2014/main" id="{E19A0D38-A535-F209-328E-40A0D3B0D4E7}"/>
              </a:ext>
            </a:extLst>
          </p:cNvPr>
          <p:cNvSpPr/>
          <p:nvPr/>
        </p:nvSpPr>
        <p:spPr>
          <a:xfrm>
            <a:off x="7623597" y="6681865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Vector Search</a:t>
            </a:r>
          </a:p>
        </p:txBody>
      </p:sp>
      <p:sp>
        <p:nvSpPr>
          <p:cNvPr id="21" name="모서리가 둥근 직사각형 636">
            <a:extLst>
              <a:ext uri="{FF2B5EF4-FFF2-40B4-BE49-F238E27FC236}">
                <a16:creationId xmlns:a16="http://schemas.microsoft.com/office/drawing/2014/main" id="{5AD0DF87-D7F1-2F7D-CD10-9670ECB3A250}"/>
              </a:ext>
            </a:extLst>
          </p:cNvPr>
          <p:cNvSpPr/>
          <p:nvPr/>
        </p:nvSpPr>
        <p:spPr>
          <a:xfrm>
            <a:off x="8947959" y="6681865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kumimoji="1"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4" descr="Robot - Free technology icons">
            <a:extLst>
              <a:ext uri="{FF2B5EF4-FFF2-40B4-BE49-F238E27FC236}">
                <a16:creationId xmlns:a16="http://schemas.microsoft.com/office/drawing/2014/main" id="{121890B8-1A0C-A9C3-9459-F76685F94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3" b="5382"/>
          <a:stretch>
            <a:fillRect/>
          </a:stretch>
        </p:blipFill>
        <p:spPr bwMode="auto">
          <a:xfrm>
            <a:off x="8634275" y="6457498"/>
            <a:ext cx="493737" cy="44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6F4D13E-B67D-5FCF-42DC-5485ED57B1CF}"/>
              </a:ext>
            </a:extLst>
          </p:cNvPr>
          <p:cNvCxnSpPr>
            <a:cxnSpLocks/>
          </p:cNvCxnSpPr>
          <p:nvPr/>
        </p:nvCxnSpPr>
        <p:spPr>
          <a:xfrm>
            <a:off x="7415447" y="6990718"/>
            <a:ext cx="246617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4459DAA-1552-C265-309D-EED6F4A7219E}"/>
              </a:ext>
            </a:extLst>
          </p:cNvPr>
          <p:cNvCxnSpPr>
            <a:cxnSpLocks/>
          </p:cNvCxnSpPr>
          <p:nvPr/>
        </p:nvCxnSpPr>
        <p:spPr>
          <a:xfrm>
            <a:off x="8506254" y="6990718"/>
            <a:ext cx="441705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4CAB431-661C-F6F6-BFD3-3126DE88D750}"/>
              </a:ext>
            </a:extLst>
          </p:cNvPr>
          <p:cNvCxnSpPr>
            <a:cxnSpLocks/>
          </p:cNvCxnSpPr>
          <p:nvPr/>
        </p:nvCxnSpPr>
        <p:spPr>
          <a:xfrm>
            <a:off x="9830616" y="6990718"/>
            <a:ext cx="359205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B860826-631A-6BF6-6CAA-C64FFE4FD432}"/>
              </a:ext>
            </a:extLst>
          </p:cNvPr>
          <p:cNvCxnSpPr>
            <a:cxnSpLocks/>
          </p:cNvCxnSpPr>
          <p:nvPr/>
        </p:nvCxnSpPr>
        <p:spPr>
          <a:xfrm>
            <a:off x="7415447" y="7603517"/>
            <a:ext cx="1034017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8" descr="Knowledge Graph Vector SVG Icon - SVG Repo">
            <a:extLst>
              <a:ext uri="{FF2B5EF4-FFF2-40B4-BE49-F238E27FC236}">
                <a16:creationId xmlns:a16="http://schemas.microsoft.com/office/drawing/2014/main" id="{76C54DE4-78AD-221A-EE72-E8FCDA8B9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245" y="7403056"/>
            <a:ext cx="394480" cy="39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52BD569-C543-DC38-C4D5-3B3D1493A74F}"/>
              </a:ext>
            </a:extLst>
          </p:cNvPr>
          <p:cNvCxnSpPr>
            <a:cxnSpLocks/>
          </p:cNvCxnSpPr>
          <p:nvPr/>
        </p:nvCxnSpPr>
        <p:spPr>
          <a:xfrm>
            <a:off x="8918514" y="7603517"/>
            <a:ext cx="1271302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636">
            <a:extLst>
              <a:ext uri="{FF2B5EF4-FFF2-40B4-BE49-F238E27FC236}">
                <a16:creationId xmlns:a16="http://schemas.microsoft.com/office/drawing/2014/main" id="{2EB42FC9-39A5-9481-DE36-295AC41BD6E1}"/>
              </a:ext>
            </a:extLst>
          </p:cNvPr>
          <p:cNvSpPr/>
          <p:nvPr/>
        </p:nvSpPr>
        <p:spPr>
          <a:xfrm>
            <a:off x="11016487" y="6490554"/>
            <a:ext cx="2774374" cy="1378822"/>
          </a:xfrm>
          <a:prstGeom prst="roundRect">
            <a:avLst>
              <a:gd name="adj" fmla="val 10575"/>
            </a:avLst>
          </a:prstGeom>
          <a:noFill/>
          <a:ln>
            <a:solidFill>
              <a:srgbClr val="6A4F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모서리가 둥근 직사각형 636">
            <a:extLst>
              <a:ext uri="{FF2B5EF4-FFF2-40B4-BE49-F238E27FC236}">
                <a16:creationId xmlns:a16="http://schemas.microsoft.com/office/drawing/2014/main" id="{185EC2E9-D7E7-74F9-A95B-0BDE68668BC2}"/>
              </a:ext>
            </a:extLst>
          </p:cNvPr>
          <p:cNvSpPr/>
          <p:nvPr/>
        </p:nvSpPr>
        <p:spPr>
          <a:xfrm>
            <a:off x="11224642" y="6954488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Vector Search</a:t>
            </a:r>
          </a:p>
        </p:txBody>
      </p:sp>
      <p:sp>
        <p:nvSpPr>
          <p:cNvPr id="31" name="모서리가 둥근 직사각형 636">
            <a:extLst>
              <a:ext uri="{FF2B5EF4-FFF2-40B4-BE49-F238E27FC236}">
                <a16:creationId xmlns:a16="http://schemas.microsoft.com/office/drawing/2014/main" id="{9FE3F5D9-F9D1-8AD3-7EB1-72D3B1C23085}"/>
              </a:ext>
            </a:extLst>
          </p:cNvPr>
          <p:cNvSpPr/>
          <p:nvPr/>
        </p:nvSpPr>
        <p:spPr>
          <a:xfrm>
            <a:off x="12515439" y="6954484"/>
            <a:ext cx="882657" cy="595125"/>
          </a:xfrm>
          <a:prstGeom prst="roundRect">
            <a:avLst>
              <a:gd name="adj" fmla="val 10575"/>
            </a:avLst>
          </a:prstGeom>
          <a:solidFill>
            <a:srgbClr val="6A4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kumimoji="1"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Rerank</a:t>
            </a:r>
            <a:endParaRPr kumimoji="1"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4" descr="Robot - Free technology icons">
            <a:extLst>
              <a:ext uri="{FF2B5EF4-FFF2-40B4-BE49-F238E27FC236}">
                <a16:creationId xmlns:a16="http://schemas.microsoft.com/office/drawing/2014/main" id="{A46096C4-6575-3643-D1EB-5ED584CA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3" b="5382"/>
          <a:stretch>
            <a:fillRect/>
          </a:stretch>
        </p:blipFill>
        <p:spPr bwMode="auto">
          <a:xfrm>
            <a:off x="12201755" y="6730117"/>
            <a:ext cx="493737" cy="44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55D9460-0DB8-F1B0-EC35-F4A85B7468F8}"/>
              </a:ext>
            </a:extLst>
          </p:cNvPr>
          <p:cNvCxnSpPr>
            <a:cxnSpLocks/>
          </p:cNvCxnSpPr>
          <p:nvPr/>
        </p:nvCxnSpPr>
        <p:spPr>
          <a:xfrm>
            <a:off x="11016492" y="7263341"/>
            <a:ext cx="246617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0EA55F7-BCEB-1F7E-E3EF-7F6D2399032D}"/>
              </a:ext>
            </a:extLst>
          </p:cNvPr>
          <p:cNvCxnSpPr>
            <a:cxnSpLocks/>
          </p:cNvCxnSpPr>
          <p:nvPr/>
        </p:nvCxnSpPr>
        <p:spPr>
          <a:xfrm>
            <a:off x="12073734" y="7263341"/>
            <a:ext cx="441705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6E8355D-4882-C043-A537-1DB0EDCE2724}"/>
              </a:ext>
            </a:extLst>
          </p:cNvPr>
          <p:cNvCxnSpPr>
            <a:cxnSpLocks/>
          </p:cNvCxnSpPr>
          <p:nvPr/>
        </p:nvCxnSpPr>
        <p:spPr>
          <a:xfrm>
            <a:off x="13398096" y="7263341"/>
            <a:ext cx="359205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6828C45-AB85-2F72-06F1-9C8D6DD65682}"/>
              </a:ext>
            </a:extLst>
          </p:cNvPr>
          <p:cNvCxnSpPr>
            <a:cxnSpLocks/>
          </p:cNvCxnSpPr>
          <p:nvPr/>
        </p:nvCxnSpPr>
        <p:spPr>
          <a:xfrm>
            <a:off x="10189821" y="7263341"/>
            <a:ext cx="826671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39986FF-5227-18EA-E8AD-E661BE90BEFA}"/>
              </a:ext>
            </a:extLst>
          </p:cNvPr>
          <p:cNvCxnSpPr>
            <a:cxnSpLocks/>
          </p:cNvCxnSpPr>
          <p:nvPr/>
        </p:nvCxnSpPr>
        <p:spPr>
          <a:xfrm>
            <a:off x="13757301" y="7263341"/>
            <a:ext cx="642288" cy="0"/>
          </a:xfrm>
          <a:prstGeom prst="straightConnector1">
            <a:avLst/>
          </a:prstGeom>
          <a:ln w="28575">
            <a:solidFill>
              <a:srgbClr val="6262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F24D81-2DD3-BDE2-DF69-93DE9723601B}"/>
              </a:ext>
            </a:extLst>
          </p:cNvPr>
          <p:cNvSpPr txBox="1"/>
          <p:nvPr/>
        </p:nvSpPr>
        <p:spPr>
          <a:xfrm>
            <a:off x="7462965" y="6179510"/>
            <a:ext cx="1728669" cy="902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Traverser</a:t>
            </a:r>
            <a:endParaRPr lang="ko-KR" altLang="en-US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8A3294-A8EC-110C-F817-841F958482AE}"/>
              </a:ext>
            </a:extLst>
          </p:cNvPr>
          <p:cNvSpPr txBox="1"/>
          <p:nvPr/>
        </p:nvSpPr>
        <p:spPr>
          <a:xfrm>
            <a:off x="11000388" y="6179510"/>
            <a:ext cx="1873755" cy="902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Traverser</a:t>
            </a:r>
            <a:endParaRPr lang="ko-KR" altLang="en-US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B59A0A-8075-ED4A-26D0-AF357B521092}"/>
              </a:ext>
            </a:extLst>
          </p:cNvPr>
          <p:cNvSpPr txBox="1"/>
          <p:nvPr/>
        </p:nvSpPr>
        <p:spPr>
          <a:xfrm>
            <a:off x="4004112" y="6147045"/>
            <a:ext cx="1519840" cy="9020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Subquery</a:t>
            </a:r>
            <a:endParaRPr lang="ko-KR" altLang="en-US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FBE649-F48E-CCC5-7AC8-3A88725BA67A}"/>
              </a:ext>
            </a:extLst>
          </p:cNvPr>
          <p:cNvSpPr txBox="1"/>
          <p:nvPr/>
        </p:nvSpPr>
        <p:spPr>
          <a:xfrm>
            <a:off x="3888240" y="7262853"/>
            <a:ext cx="1779141" cy="497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  <a:endParaRPr lang="ko-KR" altLang="en-US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A2D710-A3A5-88D3-34D7-BA4B32D76AE0}"/>
              </a:ext>
            </a:extLst>
          </p:cNvPr>
          <p:cNvSpPr txBox="1"/>
          <p:nvPr/>
        </p:nvSpPr>
        <p:spPr>
          <a:xfrm>
            <a:off x="3967533" y="7833401"/>
            <a:ext cx="1640257" cy="1306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Layered</a:t>
            </a:r>
          </a:p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</a:p>
          <a:p>
            <a:pPr algn="ctr"/>
            <a:r>
              <a:rPr lang="en-US" altLang="ko-KR" b="1" dirty="0">
                <a:solidFill>
                  <a:srgbClr val="812D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endParaRPr lang="ko-KR" altLang="en-US" b="1" dirty="0">
              <a:solidFill>
                <a:srgbClr val="812DE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33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1548</TotalTime>
  <Words>154</Words>
  <Application>Microsoft Macintosh PowerPoint</Application>
  <PresentationFormat>사용자 지정</PresentationFormat>
  <Paragraphs>127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맑은 고딕</vt:lpstr>
      <vt:lpstr>Aptos</vt:lpstr>
      <vt:lpstr>Aptos Display</vt:lpstr>
      <vt:lpstr>Aptos Serif</vt:lpstr>
      <vt:lpstr>Arial</vt:lpstr>
      <vt:lpstr>Calibri</vt:lpstr>
      <vt:lpstr>Cambria Math</vt:lpstr>
      <vt:lpstr>Office 테마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윤주형(무은재 새내기학부)</dc:creator>
  <cp:keywords/>
  <dc:description/>
  <cp:lastModifiedBy>윤주형(컴퓨터공학과)</cp:lastModifiedBy>
  <cp:revision>95</cp:revision>
  <dcterms:created xsi:type="dcterms:W3CDTF">2024-09-10T09:28:44Z</dcterms:created>
  <dcterms:modified xsi:type="dcterms:W3CDTF">2026-01-29T10:00:17Z</dcterms:modified>
  <cp:category/>
</cp:coreProperties>
</file>